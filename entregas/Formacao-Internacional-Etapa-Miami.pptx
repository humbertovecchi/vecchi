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0d560b6e-caf9-2d30-07b5-912f2486563e}">
          <p14:sldIdLst>
            <p14:sldId id="256"/>
            <p14:sldId id="257"/>
            <p14:sldId id="258"/>
          </p14:sldIdLst>
        </p14:section>
        <p14:section name="A etapa" id="{5d01691f-ad47-f40b-ba83-8382f22766b9}">
          <p14:sldIdLst>
            <p14:sldId id="259"/>
            <p14:sldId id="260"/>
            <p14:sldId id="261"/>
          </p14:sldIdLst>
        </p14:section>
        <p14:section name="Pessoas" id="{4dfaa058-7255-37e9-77eb-bf32afe1b12e}">
          <p14:sldIdLst>
            <p14:sldId id="262"/>
            <p14:sldId id="263"/>
            <p14:sldId id="264"/>
          </p14:sldIdLst>
        </p14:section>
        <p14:section name="Inscrição" id="{c35dbee8-1251-ea30-f51e-e104f0d56a1b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 igual à do material original do Programa de Formação Internacional. É uma imagem única: para mudar o texto, edite no Canva e exporte de novo.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reservado para vídeo. Depois de inserir: aba Reprodução &gt; Iniciar: Automaticamente. Para vídeo de fundo sem som, marque 'Repetir até parar' e deixe o volume mudo.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QR code e o número abrem o WhatsApp (62) 98515-0061 com a mensagem pronta: Olá, quero saber mais do Programa de Formação Internacional.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VRE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ARO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Título</a:t>
            </a: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NHO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Título</a:t>
            </a:r>
            <a:endParaRPr lang="en-US" sz="4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wa.me/5562985150061?text=Ol%C3%A1%2C%20quero%20saber%20mais%20do%20Programa%20de%20Forma%C3%A7%C3%A3o%20Internacional" TargetMode="External"/><Relationship Id="rId3" Type="http://schemas.openxmlformats.org/officeDocument/2006/relationships/hyperlink" Target="https://wa.me/5562985150061?text=Ol%C3%A1%2C%20quero%20saber%20mais%20do%20Programa%20de%20Forma%C3%A7%C3%A3o%20Internacional" TargetMode="External"/><Relationship Id="rId2" Type="http://schemas.openxmlformats.org/officeDocument/2006/relationships/image" Target="../media/image-10-1.png"/><Relationship Id="rId4" Type="http://schemas.openxmlformats.org/officeDocument/2006/relationships/image" Target="../media/image-10-2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apa Programa de Formação Internacional" descr="Capa: bandeira dos Estados Unidos à noite diante de um prédio com colunas e o título Programa de Formação Internacion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laboratório" descr="Dra. Rosana em laboratório de anatomia, ao lado de uma mesa de specim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0024" y="0"/>
            <a:ext cx="51435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18872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Programa de Formação Internacional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87452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i="1" dirty="0">
                <a:solidFill>
                  <a:schemeClr val="accent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Etapa de</a:t>
            </a:r>
            <a:endParaRPr lang="en-US" sz="3400" dirty="0"/>
          </a:p>
        </p:txBody>
      </p:sp>
      <p:sp>
        <p:nvSpPr>
          <p:cNvPr id="5" name="Título"/>
          <p:cNvSpPr txBox="1"/>
          <p:nvPr/>
        </p:nvSpPr>
        <p:spPr>
          <a:xfrm>
            <a:off x="685800" y="237744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Miami</a:t>
            </a:r>
            <a:endParaRPr lang="en-US" sz="10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0690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</a:rPr>
              <a:t>Imersão de 3 dias com prática real em laboratório de specimen</a:t>
            </a:r>
            <a:endParaRPr lang="en-US" sz="1700" dirty="0"/>
          </a:p>
        </p:txBody>
      </p:sp>
      <p:sp>
        <p:nvSpPr>
          <p:cNvPr id="7" name="Fio"/>
          <p:cNvSpPr/>
          <p:nvPr/>
        </p:nvSpPr>
        <p:spPr>
          <a:xfrm>
            <a:off x="731520" y="5074920"/>
            <a:ext cx="822960" cy="0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</a:ln>
        </p:spPr>
      </p:sp>
      <p:sp>
        <p:nvSpPr>
          <p:cNvPr id="8" name="Data"/>
          <p:cNvSpPr txBox="1"/>
          <p:nvPr/>
        </p:nvSpPr>
        <p:spPr>
          <a:xfrm>
            <a:off x="731520" y="525780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19, 20 e 21 de maio de 2027</a:t>
            </a:r>
            <a:endParaRPr lang="en-US" sz="2400" dirty="0"/>
          </a:p>
        </p:txBody>
      </p:sp>
      <p:sp>
        <p:nvSpPr>
          <p:cNvPr id="9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" name="Área do vídeo"/>
          <p:cNvSpPr/>
          <p:nvPr/>
        </p:nvSpPr>
        <p:spPr>
          <a:xfrm>
            <a:off x="731520" y="640080"/>
            <a:ext cx="10725912" cy="55778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2"/>
            </a:solidFill>
            <a:prstDash val="dash"/>
          </a:ln>
        </p:spPr>
      </p:sp>
      <p:sp>
        <p:nvSpPr>
          <p:cNvPr id="4" name="Instrução do vídeo"/>
          <p:cNvSpPr txBox="1"/>
          <p:nvPr/>
        </p:nvSpPr>
        <p:spPr>
          <a:xfrm>
            <a:off x="731520" y="640080"/>
            <a:ext cx="10725912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Insira aqui o vídeo</a:t>
            </a:r>
            <a:endParaRPr lang="en-US" sz="3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Inserir  ›  Vídeo  ›  Este dispositivo. Depois apague esta caixa e o retângulo.</a:t>
            </a:r>
            <a:endParaRPr lang="en-US" sz="3400" dirty="0"/>
          </a:p>
        </p:txBody>
      </p:sp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Miami" descr="Prédios de Miami vistos da ru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0024" y="0"/>
            <a:ext cx="5143500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Por que Miami?</a:t>
            </a:r>
            <a:endParaRPr lang="en-US" sz="4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920240"/>
            <a:ext cx="5669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Nos Estados Unidos, laboratórios privados de anatomia oferecem estrutura para treinamento hands-on em specimen, a peça anatômica real. Em Miami, o conteúdo científico vira prática.</a:t>
            </a:r>
            <a:endParaRPr lang="en-US" sz="1600" dirty="0"/>
          </a:p>
        </p:txBody>
      </p:sp>
      <p:sp>
        <p:nvSpPr>
          <p:cNvPr id="5" name="Fio 1"/>
          <p:cNvSpPr/>
          <p:nvPr/>
        </p:nvSpPr>
        <p:spPr>
          <a:xfrm>
            <a:off x="731520" y="3611880"/>
            <a:ext cx="566928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6" name="Item 1 título"/>
          <p:cNvSpPr txBox="1"/>
          <p:nvPr/>
        </p:nvSpPr>
        <p:spPr>
          <a:xfrm>
            <a:off x="731520" y="3721608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Imersão de 3 dias</a:t>
            </a:r>
            <a:endParaRPr lang="en-US" sz="2200" dirty="0"/>
          </a:p>
        </p:txBody>
      </p:sp>
      <p:sp>
        <p:nvSpPr>
          <p:cNvPr id="7" name="Item 1 texto"/>
          <p:cNvSpPr txBox="1"/>
          <p:nvPr/>
        </p:nvSpPr>
        <p:spPr>
          <a:xfrm>
            <a:off x="731520" y="409651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com prática real</a:t>
            </a:r>
            <a:endParaRPr lang="en-US" sz="1400" dirty="0"/>
          </a:p>
        </p:txBody>
      </p:sp>
      <p:sp>
        <p:nvSpPr>
          <p:cNvPr id="8" name="Fio 2"/>
          <p:cNvSpPr/>
          <p:nvPr/>
        </p:nvSpPr>
        <p:spPr>
          <a:xfrm>
            <a:off x="731520" y="4480560"/>
            <a:ext cx="566928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9" name="Item 2 título"/>
          <p:cNvSpPr txBox="1"/>
          <p:nvPr/>
        </p:nvSpPr>
        <p:spPr>
          <a:xfrm>
            <a:off x="731520" y="4590288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Laboratórios privados</a:t>
            </a:r>
            <a:endParaRPr lang="en-US" sz="2200" dirty="0"/>
          </a:p>
        </p:txBody>
      </p:sp>
      <p:sp>
        <p:nvSpPr>
          <p:cNvPr id="10" name="Item 2 texto"/>
          <p:cNvSpPr txBox="1"/>
          <p:nvPr/>
        </p:nvSpPr>
        <p:spPr>
          <a:xfrm>
            <a:off x="731520" y="496519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preparados para hands-on avançado</a:t>
            </a:r>
            <a:endParaRPr lang="en-US" sz="1400" dirty="0"/>
          </a:p>
        </p:txBody>
      </p:sp>
      <p:sp>
        <p:nvSpPr>
          <p:cNvPr id="11" name="Fio 3"/>
          <p:cNvSpPr/>
          <p:nvPr/>
        </p:nvSpPr>
        <p:spPr>
          <a:xfrm>
            <a:off x="731520" y="5349240"/>
            <a:ext cx="566928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2" name="Item 3 título"/>
          <p:cNvSpPr txBox="1"/>
          <p:nvPr/>
        </p:nvSpPr>
        <p:spPr>
          <a:xfrm>
            <a:off x="731520" y="5458968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Anatomia aplicada</a:t>
            </a:r>
            <a:endParaRPr lang="en-US" sz="2200" dirty="0"/>
          </a:p>
        </p:txBody>
      </p:sp>
      <p:sp>
        <p:nvSpPr>
          <p:cNvPr id="13" name="Item 3 texto"/>
          <p:cNvSpPr txBox="1"/>
          <p:nvPr/>
        </p:nvSpPr>
        <p:spPr>
          <a:xfrm>
            <a:off x="731520" y="583387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direto na peça anatômica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Programação prática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00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Anatomia aplicada e hands-on</a:t>
            </a:r>
            <a:endParaRPr lang="en-US" sz="1600" dirty="0"/>
          </a:p>
        </p:txBody>
      </p:sp>
      <p:sp>
        <p:nvSpPr>
          <p:cNvPr id="4" name="Fio 1"/>
          <p:cNvSpPr/>
          <p:nvPr/>
        </p:nvSpPr>
        <p:spPr>
          <a:xfrm>
            <a:off x="731520" y="2331720"/>
            <a:ext cx="107259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5" name="Módulo 1"/>
          <p:cNvSpPr txBox="1"/>
          <p:nvPr/>
        </p:nvSpPr>
        <p:spPr>
          <a:xfrm>
            <a:off x="731520" y="2459736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Anatomia avançada de cabeça e pescoço aplicada a injetáveis</a:t>
            </a:r>
            <a:endParaRPr lang="en-US" sz="2400" dirty="0"/>
          </a:p>
        </p:txBody>
      </p:sp>
      <p:sp>
        <p:nvSpPr>
          <p:cNvPr id="6" name="Fio 2"/>
          <p:cNvSpPr/>
          <p:nvPr/>
        </p:nvSpPr>
        <p:spPr>
          <a:xfrm>
            <a:off x="731520" y="3118104"/>
            <a:ext cx="107259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7" name="Módulo 2"/>
          <p:cNvSpPr txBox="1"/>
          <p:nvPr/>
        </p:nvSpPr>
        <p:spPr>
          <a:xfrm>
            <a:off x="731520" y="32461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Anatomia avançada de cabeça e pescoço aplicada a fios faciais</a:t>
            </a:r>
            <a:endParaRPr lang="en-US" sz="2400" dirty="0"/>
          </a:p>
        </p:txBody>
      </p:sp>
      <p:sp>
        <p:nvSpPr>
          <p:cNvPr id="8" name="Fio 3"/>
          <p:cNvSpPr/>
          <p:nvPr/>
        </p:nvSpPr>
        <p:spPr>
          <a:xfrm>
            <a:off x="731520" y="3904488"/>
            <a:ext cx="107259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9" name="Módulo 3"/>
          <p:cNvSpPr txBox="1"/>
          <p:nvPr/>
        </p:nvSpPr>
        <p:spPr>
          <a:xfrm>
            <a:off x="731520" y="4032504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Bioestimuladores faciais e corporais: fundamentos, indicações e limites</a:t>
            </a:r>
            <a:endParaRPr lang="en-US" sz="2400" dirty="0"/>
          </a:p>
        </p:txBody>
      </p:sp>
      <p:sp>
        <p:nvSpPr>
          <p:cNvPr id="10" name="Fio 4"/>
          <p:cNvSpPr/>
          <p:nvPr/>
        </p:nvSpPr>
        <p:spPr>
          <a:xfrm>
            <a:off x="731520" y="4690872"/>
            <a:ext cx="107259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1" name="Módulo 4"/>
          <p:cNvSpPr txBox="1"/>
          <p:nvPr/>
        </p:nvSpPr>
        <p:spPr>
          <a:xfrm>
            <a:off x="731520" y="4818888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Lifting facial com preenchedores: raciocínio anatômico e estrutural</a:t>
            </a:r>
            <a:endParaRPr lang="en-US" sz="2400" dirty="0"/>
          </a:p>
        </p:txBody>
      </p:sp>
      <p:sp>
        <p:nvSpPr>
          <p:cNvPr id="12" name="Fio 5"/>
          <p:cNvSpPr/>
          <p:nvPr/>
        </p:nvSpPr>
        <p:spPr>
          <a:xfrm>
            <a:off x="731520" y="5477256"/>
            <a:ext cx="107259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3" name="Módulo 5"/>
          <p:cNvSpPr txBox="1"/>
          <p:nvPr/>
        </p:nvSpPr>
        <p:spPr>
          <a:xfrm>
            <a:off x="731520" y="560527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Full face: planejamento anatômico, segurança e naturalidade</a:t>
            </a:r>
            <a:endParaRPr lang="en-US" sz="2400" dirty="0"/>
          </a:p>
        </p:txBody>
      </p:sp>
      <p:sp>
        <p:nvSpPr>
          <p:cNvPr id="14" name="Fio final"/>
          <p:cNvSpPr/>
          <p:nvPr/>
        </p:nvSpPr>
        <p:spPr>
          <a:xfrm>
            <a:off x="731520" y="6263640"/>
            <a:ext cx="107259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Da teoria à prática</a:t>
            </a:r>
            <a:endParaRPr lang="en-US" sz="4400" dirty="0"/>
          </a:p>
        </p:txBody>
      </p:sp>
      <p:sp>
        <p:nvSpPr>
          <p:cNvPr id="3" name="Cartão Boston"/>
          <p:cNvSpPr/>
          <p:nvPr/>
        </p:nvSpPr>
        <p:spPr>
          <a:xfrm>
            <a:off x="731520" y="2011680"/>
            <a:ext cx="5239512" cy="3840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Boston título"/>
          <p:cNvSpPr txBox="1"/>
          <p:nvPr/>
        </p:nvSpPr>
        <p:spPr>
          <a:xfrm>
            <a:off x="1188720" y="242316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Boston</a:t>
            </a:r>
            <a:endParaRPr lang="en-US" sz="4800" dirty="0"/>
          </a:p>
        </p:txBody>
      </p:sp>
      <p:sp>
        <p:nvSpPr>
          <p:cNvPr id="5" name="Boston subtítulo"/>
          <p:cNvSpPr txBox="1"/>
          <p:nvPr/>
        </p:nvSpPr>
        <p:spPr>
          <a:xfrm>
            <a:off x="1188720" y="33832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Teoria e anatomia demonstrativa</a:t>
            </a:r>
            <a:endParaRPr lang="en-US" sz="1600" dirty="0"/>
          </a:p>
        </p:txBody>
      </p:sp>
      <p:sp>
        <p:nvSpPr>
          <p:cNvPr id="6" name="Boston texto"/>
          <p:cNvSpPr txBox="1"/>
          <p:nvPr/>
        </p:nvSpPr>
        <p:spPr>
          <a:xfrm>
            <a:off x="1188720" y="3977640"/>
            <a:ext cx="4389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3 dias em ambiente acadêmico: aulas científicas, anatomy review com anatomista e demonstração de dissecação.</a:t>
            </a:r>
            <a:endParaRPr lang="en-US" sz="1400" dirty="0"/>
          </a:p>
        </p:txBody>
      </p:sp>
      <p:sp>
        <p:nvSpPr>
          <p:cNvPr id="7" name="Cartão Miami"/>
          <p:cNvSpPr/>
          <p:nvPr/>
        </p:nvSpPr>
        <p:spPr>
          <a:xfrm>
            <a:off x="6217920" y="2011680"/>
            <a:ext cx="5239512" cy="38404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Miami título"/>
          <p:cNvSpPr txBox="1"/>
          <p:nvPr/>
        </p:nvSpPr>
        <p:spPr>
          <a:xfrm>
            <a:off x="6675120" y="242316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Miami</a:t>
            </a:r>
            <a:endParaRPr lang="en-US" sz="4800" dirty="0"/>
          </a:p>
        </p:txBody>
      </p:sp>
      <p:sp>
        <p:nvSpPr>
          <p:cNvPr id="9" name="Miami subtítulo"/>
          <p:cNvSpPr txBox="1"/>
          <p:nvPr/>
        </p:nvSpPr>
        <p:spPr>
          <a:xfrm>
            <a:off x="6675120" y="33832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Prática real e hands-on</a:t>
            </a:r>
            <a:endParaRPr lang="en-US" sz="1600" dirty="0"/>
          </a:p>
        </p:txBody>
      </p:sp>
      <p:sp>
        <p:nvSpPr>
          <p:cNvPr id="10" name="Miami texto"/>
          <p:cNvSpPr txBox="1"/>
          <p:nvPr/>
        </p:nvSpPr>
        <p:spPr>
          <a:xfrm>
            <a:off x="6675120" y="3977640"/>
            <a:ext cx="4389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accent4"/>
                </a:solidFill>
              </a:rPr>
              <a:t>19, 20 e 21 de maio de 2027, em laboratório de specimen: anatomia aplicada e prática supervisionada dos procedimentos.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rint Instagram" descr="Perfil @dra.rosanaa no Instagram, com 339 mil seguido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0" y="685800"/>
            <a:ext cx="3182112" cy="5477256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2B2A29">
                <a:alpha val="25000"/>
              </a:srgbClr>
            </a:outerShdw>
          </a:effectLst>
        </p:spPr>
      </p:pic>
      <p:sp>
        <p:nvSpPr>
          <p:cNvPr id="3" name="Text 0"/>
          <p:cNvSpPr txBox="1"/>
          <p:nvPr/>
        </p:nvSpPr>
        <p:spPr>
          <a:xfrm>
            <a:off x="73152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chemeClr val="tx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 poder do</a:t>
            </a:r>
            <a:endParaRPr lang="en-US" sz="2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Posicionamento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187452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Um programa realizado em Boston e Miami reúne, além do conteúdo técnico:</a:t>
            </a:r>
            <a:endParaRPr lang="en-US" sz="1500" dirty="0"/>
          </a:p>
        </p:txBody>
      </p:sp>
      <p:sp>
        <p:nvSpPr>
          <p:cNvPr id="6" name="Fio 1"/>
          <p:cNvSpPr/>
          <p:nvPr/>
        </p:nvSpPr>
        <p:spPr>
          <a:xfrm>
            <a:off x="731520" y="2651760"/>
            <a:ext cx="694944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7" name="Item 1 título"/>
          <p:cNvSpPr txBox="1"/>
          <p:nvPr/>
        </p:nvSpPr>
        <p:spPr>
          <a:xfrm>
            <a:off x="731520" y="278892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Doutores da estética</a:t>
            </a:r>
            <a:endParaRPr lang="en-US" sz="2400" dirty="0"/>
          </a:p>
        </p:txBody>
      </p:sp>
      <p:sp>
        <p:nvSpPr>
          <p:cNvPr id="8" name="Item 1 texto"/>
          <p:cNvSpPr txBox="1"/>
          <p:nvPr/>
        </p:nvSpPr>
        <p:spPr>
          <a:xfrm>
            <a:off x="731520" y="32004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nacionais e internacionais</a:t>
            </a:r>
            <a:endParaRPr lang="en-US" sz="1400" dirty="0"/>
          </a:p>
        </p:txBody>
      </p:sp>
      <p:sp>
        <p:nvSpPr>
          <p:cNvPr id="9" name="Fio 2"/>
          <p:cNvSpPr/>
          <p:nvPr/>
        </p:nvSpPr>
        <p:spPr>
          <a:xfrm>
            <a:off x="731520" y="3657600"/>
            <a:ext cx="694944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0" name="Item 2 título"/>
          <p:cNvSpPr txBox="1"/>
          <p:nvPr/>
        </p:nvSpPr>
        <p:spPr>
          <a:xfrm>
            <a:off x="731520" y="379476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Convidados</a:t>
            </a:r>
            <a:endParaRPr lang="en-US" sz="2400" dirty="0"/>
          </a:p>
        </p:txBody>
      </p:sp>
      <p:sp>
        <p:nvSpPr>
          <p:cNvPr id="11" name="Item 2 texto"/>
          <p:cNvSpPr txBox="1"/>
          <p:nvPr/>
        </p:nvSpPr>
        <p:spPr>
          <a:xfrm>
            <a:off x="731520" y="42062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com cases reais de sucesso na estética e no empreendedorismo</a:t>
            </a:r>
            <a:endParaRPr lang="en-US" sz="1400" dirty="0"/>
          </a:p>
        </p:txBody>
      </p:sp>
      <p:sp>
        <p:nvSpPr>
          <p:cNvPr id="12" name="Fio 3"/>
          <p:cNvSpPr/>
          <p:nvPr/>
        </p:nvSpPr>
        <p:spPr>
          <a:xfrm>
            <a:off x="731520" y="4663440"/>
            <a:ext cx="694944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3" name="Item 3 título"/>
          <p:cNvSpPr txBox="1"/>
          <p:nvPr/>
        </p:nvSpPr>
        <p:spPr>
          <a:xfrm>
            <a:off x="731520" y="480060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Palestrantes</a:t>
            </a:r>
            <a:endParaRPr lang="en-US" sz="2400" dirty="0"/>
          </a:p>
        </p:txBody>
      </p:sp>
      <p:sp>
        <p:nvSpPr>
          <p:cNvPr id="14" name="Item 3 texto"/>
          <p:cNvSpPr txBox="1"/>
          <p:nvPr/>
        </p:nvSpPr>
        <p:spPr>
          <a:xfrm>
            <a:off x="731520" y="52120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que atuam com carreira, posicionamento e autoridade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576072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Um momento desenhado para troca de experiências, visão de mercado e conexões profissionais relevantes.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da turma" descr="Turma da Formação Internacional reunida em uma escadaria, de uniforme vinho, segurando certificados e uma bandeira de Harv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0"/>
            <a:ext cx="6705295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Quem já viveu</a:t>
            </a:r>
            <a:endParaRPr lang="en-US" sz="4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920240"/>
            <a:ext cx="4297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chemeClr val="tx2"/>
                </a:solidFill>
              </a:rPr>
              <a:t>Turma da Formação Internacional na etapa de Boston, com os certificados em mãos.</a:t>
            </a:r>
            <a:endParaRPr lang="en-US" sz="1700" dirty="0"/>
          </a:p>
        </p:txBody>
      </p:sp>
      <p:sp>
        <p:nvSpPr>
          <p:cNvPr id="5" name="Fio"/>
          <p:cNvSpPr/>
          <p:nvPr/>
        </p:nvSpPr>
        <p:spPr>
          <a:xfrm>
            <a:off x="731520" y="3977640"/>
            <a:ext cx="822960" cy="0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41605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 próxima etapa é em Miami.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7548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19, 20 e 21 de maio de 2027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 resultado na prática</a:t>
            </a:r>
            <a:endParaRPr lang="en-US" sz="4400" dirty="0"/>
          </a:p>
        </p:txBody>
      </p:sp>
      <p:pic>
        <p:nvPicPr>
          <p:cNvPr id="3" name="Depoimento" descr="Mensagem de aluna: depois da Formação Internacional, converteu o valor do curso em menos de 2 meses com 2 pacien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4248" y="2057400"/>
            <a:ext cx="8229600" cy="246888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1984248" y="4846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Relato de aluna da Formação Internacional, enviado no grupo da turma.</a:t>
            </a:r>
            <a:endParaRPr lang="en-US" sz="1300" dirty="0"/>
          </a:p>
        </p:txBody>
      </p:sp>
    </p:spTree>
  </p:cSld>
  <p:clrMapOvr>
    <a:masterClrMapping/>
  </p:clrMapOvr>
  <p:transition spd="slow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0972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chemeClr val="tx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Etapa de Miami</a:t>
            </a:r>
            <a:endParaRPr lang="en-US" sz="2400" dirty="0"/>
          </a:p>
        </p:txBody>
      </p:sp>
      <p:sp>
        <p:nvSpPr>
          <p:cNvPr id="3" name="Chamada"/>
          <p:cNvSpPr txBox="1"/>
          <p:nvPr/>
        </p:nvSpPr>
        <p:spPr>
          <a:xfrm>
            <a:off x="731520" y="160020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Garanta sua vaga</a:t>
            </a:r>
            <a:endParaRPr lang="en-US" sz="6400" dirty="0"/>
          </a:p>
        </p:txBody>
      </p:sp>
      <p:sp>
        <p:nvSpPr>
          <p:cNvPr id="4" name="Data final"/>
          <p:cNvSpPr txBox="1"/>
          <p:nvPr/>
        </p:nvSpPr>
        <p:spPr>
          <a:xfrm>
            <a:off x="731520" y="288036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19, 20 e 21 de maio de 2027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4290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Vagas e investimento com a nossa equipe.</a:t>
            </a:r>
            <a:endParaRPr lang="en-US" sz="1500" dirty="0"/>
          </a:p>
        </p:txBody>
      </p:sp>
      <p:sp>
        <p:nvSpPr>
          <p:cNvPr id="6" name="Fio 1"/>
          <p:cNvSpPr/>
          <p:nvPr/>
        </p:nvSpPr>
        <p:spPr>
          <a:xfrm>
            <a:off x="731520" y="4206240"/>
            <a:ext cx="585216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7" name="Instagram"/>
          <p:cNvSpPr txBox="1"/>
          <p:nvPr/>
        </p:nvSpPr>
        <p:spPr>
          <a:xfrm>
            <a:off x="731520" y="434340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Instagram  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@dra.rosanaa</a:t>
            </a:r>
            <a:endParaRPr lang="en-US" sz="1300" dirty="0"/>
          </a:p>
        </p:txBody>
      </p:sp>
      <p:sp>
        <p:nvSpPr>
          <p:cNvPr id="8" name="Fio 2"/>
          <p:cNvSpPr/>
          <p:nvPr/>
        </p:nvSpPr>
        <p:spPr>
          <a:xfrm>
            <a:off x="731520" y="4937760"/>
            <a:ext cx="585216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9" name="WhatsApp"/>
          <p:cNvSpPr txBox="1"/>
          <p:nvPr/>
        </p:nvSpPr>
        <p:spPr>
          <a:xfrm>
            <a:off x="731520" y="507492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WhatsApp   </a:t>
            </a:r>
            <a:pPr indent="0" marL="0">
              <a:buNone/>
            </a:pPr>
            <a:r>
              <a:rPr lang="en-US" sz="1800" u="sng" dirty="0">
                <a:solidFill>
                  <a:schemeClr val="tx1"/>
                </a:solidFill>
                <a:hlinkClick r:id="rId1" invalidUrl="" action="" tgtFrame="" tooltip="Falar no WhatsAp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(62) 98515-0061</a:t>
            </a:r>
            <a:endParaRPr lang="en-US" sz="1300" dirty="0"/>
          </a:p>
        </p:txBody>
      </p:sp>
      <p:sp>
        <p:nvSpPr>
          <p:cNvPr id="10" name="Fio 3"/>
          <p:cNvSpPr/>
          <p:nvPr/>
        </p:nvSpPr>
        <p:spPr>
          <a:xfrm>
            <a:off x="731520" y="5669280"/>
            <a:ext cx="585216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1" name="Painel vinho"/>
          <p:cNvSpPr/>
          <p:nvPr/>
        </p:nvSpPr>
        <p:spPr>
          <a:xfrm>
            <a:off x="8001000" y="0"/>
            <a:ext cx="4190695" cy="6858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Fundo QR"/>
          <p:cNvSpPr/>
          <p:nvPr/>
        </p:nvSpPr>
        <p:spPr>
          <a:xfrm>
            <a:off x="8595360" y="1417320"/>
            <a:ext cx="3017520" cy="301752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3" name="QR code WhatsApp" descr="QR code que abre o WhatsApp (62) 98515-0061 com a mensagem: Olá, quero saber mais do Programa de Formação Internacional">
            <a:hlinkClick r:id="rId3" tooltip="Falar no WhatsApp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554480"/>
            <a:ext cx="2743200" cy="27432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595360" y="46634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Aponte a câmera do celular para falar com a equipe no WhatsApp</a:t>
            </a:r>
            <a:endParaRPr lang="en-US" sz="1300" dirty="0"/>
          </a:p>
        </p:txBody>
      </p:sp>
      <p:pic>
        <p:nvPicPr>
          <p:cNvPr id="15" name="Logo" descr="Logo Dra. Rosana Vecchi Calda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0" y="5532120"/>
            <a:ext cx="1005840" cy="100584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Formação Internacional">
  <a:themeElements>
    <a:clrScheme name="Formação Internacional">
      <a:dk1>
        <a:srgbClr val="2B2A29"/>
      </a:dk1>
      <a:lt1>
        <a:srgbClr val="FFFFFF"/>
      </a:lt1>
      <a:dk2>
        <a:srgbClr val="7D7771"/>
      </a:dk2>
      <a:lt2>
        <a:srgbClr val="F6F3EE"/>
      </a:lt2>
      <a:accent1>
        <a:srgbClr val="5E1A2A"/>
      </a:accent1>
      <a:accent2>
        <a:srgbClr val="B49A74"/>
      </a:accent2>
      <a:accent3>
        <a:srgbClr val="E7E1D8"/>
      </a:accent3>
      <a:accent4>
        <a:srgbClr val="D9C9C3"/>
      </a:accent4>
      <a:accent5>
        <a:srgbClr val="47131F"/>
      </a:accent5>
      <a:accent6>
        <a:srgbClr val="FBF9F6"/>
      </a:accent6>
      <a:hlink>
        <a:srgbClr val="5E1A2A"/>
      </a:hlink>
      <a:folHlink>
        <a:srgbClr val="47131F"/>
      </a:folHlink>
    </a:clrScheme>
    <a:fontScheme name="Formação Internacional">
      <a:majorFont>
        <a:latin typeface="Garamon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entury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Programa de Formação Internacional – Etapa de Miami</dc:title>
  <dc:subject>PptxGenJS Presentation</dc:subject>
  <dc:creator>Dra. Rosana Vecchi</dc:creator>
  <cp:lastModifiedBy>Dra. Rosana Vecchi</cp:lastModifiedBy>
  <cp:revision>1</cp:revision>
  <dcterms:created xsi:type="dcterms:W3CDTF">2026-10-08T13:50:35Z</dcterms:created>
  <dcterms:modified xsi:type="dcterms:W3CDTF">2026-10-08T13:50:35Z</dcterms:modified>
</cp:coreProperties>
</file>