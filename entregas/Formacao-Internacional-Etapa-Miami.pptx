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756d23b-6741-176a-e8b4-d10942a608f8}">
          <p14:sldIdLst>
            <p14:sldId id="256"/>
            <p14:sldId id="257"/>
            <p14:sldId id="258"/>
          </p14:sldIdLst>
        </p14:section>
        <p14:section name="A etapa" id="{4cc62894-c225-0adf-25e4-15856f525158}">
          <p14:sldIdLst>
            <p14:sldId id="259"/>
            <p14:sldId id="260"/>
            <p14:sldId id="261"/>
          </p14:sldIdLst>
        </p14:section>
        <p14:section name="Pessoas" id="{0fba5408-7641-fd2d-8b74-78aada5d27b4}">
          <p14:sldIdLst>
            <p14:sldId id="262"/>
            <p14:sldId id="263"/>
            <p14:sldId id="264"/>
          </p14:sldIdLst>
        </p14:section>
        <p14:section name="Inscrição" id="{cc8a45af-2fa5-8924-7c45-594ee958731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0-1.png"/><Relationship Id="rId4" Type="http://schemas.openxmlformats.org/officeDocument/2006/relationships/image" Target="../media/image-10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2026-10-08T13:53:16Z</dcterms:created>
  <dcterms:modified xsi:type="dcterms:W3CDTF">2026-10-08T13:53:16Z</dcterms:modified>
</cp:coreProperties>
</file>