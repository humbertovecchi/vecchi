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cbf528a6-e69b-1ad9-17a5-ea32583af8e2}">
          <p14:sldIdLst>
            <p14:sldId id="256"/>
            <p14:sldId id="257"/>
            <p14:sldId id="258"/>
          </p14:sldIdLst>
        </p14:section>
        <p14:section name="A etapa" id="{a6581c06-9c20-272c-17fa-84bfaa46c658}">
          <p14:sldIdLst>
            <p14:sldId id="259"/>
            <p14:sldId id="260"/>
            <p14:sldId id="261"/>
          </p14:sldIdLst>
        </p14:section>
        <p14:section name="Pessoas" id="{106039f7-9203-21a0-c2cf-99c42ea1077a}">
          <p14:sldIdLst>
            <p14:sldId id="262"/>
            <p14:sldId id="263"/>
            <p14:sldId id="264"/>
          </p14:sldIdLst>
        </p14:section>
        <p14:section name="Inscrição" id="{567869bc-ac47-cbc8-631c-20c3f6f445b7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Capa igual à do material original do Programa de Formação Internacional. É uma imagem única: para mudar o texto, edite no Canva e exporte de novo.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Capa. Para abrir com vídeo, insira o vídeo atrás do texto (Inserir &gt; Vídeo) e envie para trás (Organizar &gt; Enviar para trás).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reservado para vídeo (laboratório, Miami ou o vídeo 3D das camadas da pele). Depois de inserir: aba Reprodução &gt; Iniciar: Automaticamente. Para vídeo de fundo sem som, marque também 'Repetir até parar' e deixe o volume mudo.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QR code e o número abrem o WhatsApp (62) 98515-0061 com a mensagem pronta: Olá, quero saber mais do Programa de Formação Internacional.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868680"/>
            <a:ext cx="1088136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spc="200" kern="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spc="200" kern="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TÍTULO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a.me/5562985150061?text=Ol%C3%A1%2C%20quero%20saber%20mais%20do%20Programa%20de%20Forma%C3%A7%C3%A3o%20Internacional" TargetMode="External"/><Relationship Id="rId4" Type="http://schemas.openxmlformats.org/officeDocument/2006/relationships/hyperlink" Target="https://wa.me/5562985150061?text=Ol%C3%A1%2C%20quero%20saber%20mais%20do%20Programa%20de%20Forma%C3%A7%C3%A3o%20Internacional" TargetMode="External"/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5" Type="http://schemas.openxmlformats.org/officeDocument/2006/relationships/image" Target="../media/image-10-3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apa Programa de Formação Internacional" descr="Capa: bandeira dos Estados Unidos à noite diante de um prédio com colunas e o título Programa de Formação Internacion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slow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oto laboratório" descr="Dra. Rosana em laboratório de anatomia, ao lado de uma mesa de specime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50024" y="0"/>
            <a:ext cx="5143500" cy="6858000"/>
          </a:xfrm>
          <a:prstGeom prst="rect">
            <a:avLst/>
          </a:prstGeom>
        </p:spPr>
      </p:pic>
      <p:sp>
        <p:nvSpPr>
          <p:cNvPr id="3" name="Escurecer foto"/>
          <p:cNvSpPr/>
          <p:nvPr/>
        </p:nvSpPr>
        <p:spPr>
          <a:xfrm>
            <a:off x="7050024" y="0"/>
            <a:ext cx="5143500" cy="6858000"/>
          </a:xfrm>
          <a:prstGeom prst="rect">
            <a:avLst/>
          </a:prstGeom>
          <a:solidFill>
            <a:schemeClr val="tx1">
              <a:alpha val="20000"/>
            </a:schemeClr>
          </a:solidFill>
          <a:ln w="12700">
            <a:solidFill>
              <a:schemeClr val="tx1">
                <a:alpha val="0"/>
              </a:schemeClr>
            </a:solidFill>
            <a:prstDash val="solid"/>
          </a:ln>
        </p:spPr>
      </p:sp>
      <p:pic>
        <p:nvPicPr>
          <p:cNvPr id="4" name="Bandeira" descr="Bandeira dos Estados Unidos tremuland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91440"/>
            <a:ext cx="3108960" cy="2075688"/>
          </a:xfrm>
          <a:prstGeom prst="rect">
            <a:avLst/>
          </a:prstGeom>
        </p:spPr>
      </p:pic>
      <p:sp>
        <p:nvSpPr>
          <p:cNvPr id="5" name="Programa"/>
          <p:cNvSpPr txBox="1"/>
          <p:nvPr/>
        </p:nvSpPr>
        <p:spPr>
          <a:xfrm>
            <a:off x="640080" y="14173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chemeClr val="accent4"/>
                </a:solidFill>
              </a:rPr>
              <a:t>PROGRAMA DE FORMAÇÃO INTERNACIONAL</a:t>
            </a:r>
            <a:endParaRPr lang="en-US" sz="1200" dirty="0"/>
          </a:p>
        </p:txBody>
      </p:sp>
      <p:sp>
        <p:nvSpPr>
          <p:cNvPr id="6" name="Etapa de"/>
          <p:cNvSpPr txBox="1"/>
          <p:nvPr/>
        </p:nvSpPr>
        <p:spPr>
          <a:xfrm>
            <a:off x="640080" y="214884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spc="600" kern="0" dirty="0">
                <a:solidFill>
                  <a:schemeClr val="accent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Etapa de</a:t>
            </a:r>
            <a:endParaRPr lang="en-US" sz="2800" dirty="0"/>
          </a:p>
        </p:txBody>
      </p:sp>
      <p:sp>
        <p:nvSpPr>
          <p:cNvPr id="7" name="Título da capa"/>
          <p:cNvSpPr txBox="1"/>
          <p:nvPr/>
        </p:nvSpPr>
        <p:spPr>
          <a:xfrm>
            <a:off x="548640" y="265176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0" spc="600" kern="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MIAMI</a:t>
            </a:r>
            <a:endParaRPr lang="en-US" sz="11000" dirty="0"/>
          </a:p>
        </p:txBody>
      </p:sp>
      <p:sp>
        <p:nvSpPr>
          <p:cNvPr id="8" name="Subtítulo"/>
          <p:cNvSpPr txBox="1"/>
          <p:nvPr/>
        </p:nvSpPr>
        <p:spPr>
          <a:xfrm>
            <a:off x="640080" y="416052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Imersão de 3 dias com prática real em laboratório de specimen</a:t>
            </a:r>
            <a:endParaRPr lang="en-US" sz="1800" dirty="0"/>
          </a:p>
        </p:txBody>
      </p:sp>
      <p:sp>
        <p:nvSpPr>
          <p:cNvPr id="9" name="Data"/>
          <p:cNvSpPr txBox="1"/>
          <p:nvPr/>
        </p:nvSpPr>
        <p:spPr>
          <a:xfrm>
            <a:off x="640080" y="493776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19, 20 e 21 de maio de 2027</a:t>
            </a:r>
            <a:endParaRPr lang="en-US" sz="2000" dirty="0"/>
          </a:p>
        </p:txBody>
      </p:sp>
      <p:pic>
        <p:nvPicPr>
          <p:cNvPr id="10" name="Logo" descr="Logo Dra. Rosana Vecchi Calda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486400"/>
            <a:ext cx="1051560" cy="1051560"/>
          </a:xfrm>
          <a:prstGeom prst="rect">
            <a:avLst/>
          </a:prstGeom>
        </p:spPr>
      </p:pic>
    </p:spTree>
  </p:cSld>
  <p:clrMapOvr>
    <a:masterClrMapping/>
  </p:clrMapOvr>
  <p:transition spd="slow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Área do vídeo"/>
          <p:cNvSpPr/>
          <p:nvPr/>
        </p:nvSpPr>
        <p:spPr>
          <a:xfrm>
            <a:off x="640080" y="548640"/>
            <a:ext cx="10908792" cy="5760720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1"/>
            </a:solidFill>
            <a:prstDash val="dash"/>
          </a:ln>
        </p:spPr>
      </p:sp>
      <p:sp>
        <p:nvSpPr>
          <p:cNvPr id="3" name="Instrução do vídeo"/>
          <p:cNvSpPr txBox="1"/>
          <p:nvPr/>
        </p:nvSpPr>
        <p:spPr>
          <a:xfrm>
            <a:off x="640080" y="548640"/>
            <a:ext cx="10908792" cy="5760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Insira aqui o vídeo</a:t>
            </a:r>
            <a:endParaRPr lang="en-US" sz="30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Inserir  ›  Vídeo  ›  Este dispositivo. Depois apague esta caixa e o retângulo.</a:t>
            </a:r>
            <a:endParaRPr lang="en-US" sz="3000" dirty="0"/>
          </a:p>
        </p:txBody>
      </p:sp>
    </p:spTree>
  </p:cSld>
  <p:clrMapOvr>
    <a:masterClrMapping/>
  </p:clrMapOvr>
  <p:transition spd="slow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oto Miami" descr="Prédios de Miami vistos da ru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50024" y="0"/>
            <a:ext cx="5143500" cy="68580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86868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spc="200" kern="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 QUE MIAMI?</a:t>
            </a:r>
            <a:endParaRPr lang="en-US" sz="3200" dirty="0"/>
          </a:p>
        </p:txBody>
      </p:sp>
      <p:sp>
        <p:nvSpPr>
          <p:cNvPr id="4" name="Texto Miami"/>
          <p:cNvSpPr txBox="1"/>
          <p:nvPr/>
        </p:nvSpPr>
        <p:spPr>
          <a:xfrm>
            <a:off x="640080" y="1920240"/>
            <a:ext cx="5760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4"/>
                </a:solidFill>
              </a:rPr>
              <a:t>Nos Estados Unidos, laboratórios privados de anatomia oferecem estrutura para treinamento hands-on em specimen, a peça anatômica real. Em Miami, o conteúdo científico vira prática.</a:t>
            </a:r>
            <a:endParaRPr lang="en-US" sz="1700" dirty="0"/>
          </a:p>
        </p:txBody>
      </p:sp>
      <p:sp>
        <p:nvSpPr>
          <p:cNvPr id="5" name="Lista Miami"/>
          <p:cNvSpPr txBox="1"/>
          <p:nvPr/>
        </p:nvSpPr>
        <p:spPr>
          <a:xfrm>
            <a:off x="640080" y="3520440"/>
            <a:ext cx="5760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</a:rPr>
              <a:t>Imersão de 3 dias com prática real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</a:rPr>
              <a:t>Laboratórios privados preparados para hands-on avançado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</a:rPr>
              <a:t>Anatomia aplicada direto na peça anatômica</a:t>
            </a:r>
            <a:endParaRPr lang="en-US" sz="1700" dirty="0"/>
          </a:p>
        </p:txBody>
      </p:sp>
      <p:sp>
        <p:nvSpPr>
          <p:cNvPr id="6" name="Data"/>
          <p:cNvSpPr txBox="1"/>
          <p:nvPr/>
        </p:nvSpPr>
        <p:spPr>
          <a:xfrm>
            <a:off x="640080" y="534924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19, 20 e 21 de maio de 2027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  <p:transition spd="slow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86868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spc="200" kern="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PROGRAMAÇÃO PRÁTICA</a:t>
            </a:r>
            <a:endParaRPr lang="en-US" sz="3200" dirty="0"/>
          </a:p>
        </p:txBody>
      </p:sp>
      <p:sp>
        <p:nvSpPr>
          <p:cNvPr id="3" name="Subtítulo"/>
          <p:cNvSpPr txBox="1"/>
          <p:nvPr/>
        </p:nvSpPr>
        <p:spPr>
          <a:xfrm>
            <a:off x="640080" y="146304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accent4"/>
                </a:solidFill>
              </a:rPr>
              <a:t>Anatomia aplicada e hands-on</a:t>
            </a:r>
            <a:endParaRPr lang="en-US" sz="1700" dirty="0"/>
          </a:p>
        </p:txBody>
      </p:sp>
      <p:sp>
        <p:nvSpPr>
          <p:cNvPr id="4" name="Módulo 1"/>
          <p:cNvSpPr txBox="1"/>
          <p:nvPr/>
        </p:nvSpPr>
        <p:spPr>
          <a:xfrm>
            <a:off x="640080" y="237744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Anatomia avançada de cabeça e pescoço aplicada a injetáveis</a:t>
            </a:r>
            <a:endParaRPr lang="en-US" sz="2000" dirty="0"/>
          </a:p>
        </p:txBody>
      </p:sp>
      <p:sp>
        <p:nvSpPr>
          <p:cNvPr id="5" name="Divisória 1"/>
          <p:cNvSpPr/>
          <p:nvPr/>
        </p:nvSpPr>
        <p:spPr>
          <a:xfrm>
            <a:off x="640080" y="3090672"/>
            <a:ext cx="1088136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6" name="Módulo 2"/>
          <p:cNvSpPr txBox="1"/>
          <p:nvPr/>
        </p:nvSpPr>
        <p:spPr>
          <a:xfrm>
            <a:off x="640080" y="324612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Anatomia avançada de cabeça e pescoço aplicada a fios faciais</a:t>
            </a:r>
            <a:endParaRPr lang="en-US" sz="2000" dirty="0"/>
          </a:p>
        </p:txBody>
      </p:sp>
      <p:sp>
        <p:nvSpPr>
          <p:cNvPr id="7" name="Divisória 2"/>
          <p:cNvSpPr/>
          <p:nvPr/>
        </p:nvSpPr>
        <p:spPr>
          <a:xfrm>
            <a:off x="640080" y="3959352"/>
            <a:ext cx="1088136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8" name="Módulo 3"/>
          <p:cNvSpPr txBox="1"/>
          <p:nvPr/>
        </p:nvSpPr>
        <p:spPr>
          <a:xfrm>
            <a:off x="640080" y="411480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Bioestimuladores faciais e corporais: fundamentos, indicações e limites</a:t>
            </a:r>
            <a:endParaRPr lang="en-US" sz="2000" dirty="0"/>
          </a:p>
        </p:txBody>
      </p:sp>
      <p:sp>
        <p:nvSpPr>
          <p:cNvPr id="9" name="Divisória 3"/>
          <p:cNvSpPr/>
          <p:nvPr/>
        </p:nvSpPr>
        <p:spPr>
          <a:xfrm>
            <a:off x="640080" y="4828032"/>
            <a:ext cx="1088136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0" name="Módulo 4"/>
          <p:cNvSpPr txBox="1"/>
          <p:nvPr/>
        </p:nvSpPr>
        <p:spPr>
          <a:xfrm>
            <a:off x="640080" y="498348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Lifting facial com preenchedores: raciocínio anatômico e estrutural</a:t>
            </a:r>
            <a:endParaRPr lang="en-US" sz="2000" dirty="0"/>
          </a:p>
        </p:txBody>
      </p:sp>
      <p:sp>
        <p:nvSpPr>
          <p:cNvPr id="11" name="Divisória 4"/>
          <p:cNvSpPr/>
          <p:nvPr/>
        </p:nvSpPr>
        <p:spPr>
          <a:xfrm>
            <a:off x="640080" y="5696712"/>
            <a:ext cx="1088136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2" name="Módulo 5"/>
          <p:cNvSpPr txBox="1"/>
          <p:nvPr/>
        </p:nvSpPr>
        <p:spPr>
          <a:xfrm>
            <a:off x="640080" y="585216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Full face: planejamento anatômico, segurança e naturalidade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  <p:transition spd="slow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86868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spc="200" kern="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 TEORIA À PRÁTICA</a:t>
            </a:r>
            <a:endParaRPr lang="en-US" sz="3200" dirty="0"/>
          </a:p>
        </p:txBody>
      </p:sp>
      <p:sp>
        <p:nvSpPr>
          <p:cNvPr id="3" name="Cartão Boston"/>
          <p:cNvSpPr/>
          <p:nvPr/>
        </p:nvSpPr>
        <p:spPr>
          <a:xfrm>
            <a:off x="640080" y="2103120"/>
            <a:ext cx="5303520" cy="3566160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4" name="Boston título"/>
          <p:cNvSpPr txBox="1"/>
          <p:nvPr/>
        </p:nvSpPr>
        <p:spPr>
          <a:xfrm>
            <a:off x="1051560" y="2468880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Boston</a:t>
            </a:r>
            <a:endParaRPr lang="en-US" sz="3800" dirty="0"/>
          </a:p>
        </p:txBody>
      </p:sp>
      <p:sp>
        <p:nvSpPr>
          <p:cNvPr id="5" name="Boston subtítulo"/>
          <p:cNvSpPr txBox="1"/>
          <p:nvPr/>
        </p:nvSpPr>
        <p:spPr>
          <a:xfrm>
            <a:off x="1051560" y="324612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Teoria e anatomia demonstrativa</a:t>
            </a:r>
            <a:endParaRPr lang="en-US" sz="1800" dirty="0"/>
          </a:p>
        </p:txBody>
      </p:sp>
      <p:sp>
        <p:nvSpPr>
          <p:cNvPr id="6" name="Boston texto"/>
          <p:cNvSpPr txBox="1"/>
          <p:nvPr/>
        </p:nvSpPr>
        <p:spPr>
          <a:xfrm>
            <a:off x="1051560" y="4160520"/>
            <a:ext cx="4480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3 dias em ambiente acadêmico: aulas científicas, anatomy review com anatomista e demonstração de dissecação.</a:t>
            </a:r>
            <a:endParaRPr lang="en-US" sz="1500" dirty="0"/>
          </a:p>
        </p:txBody>
      </p:sp>
      <p:sp>
        <p:nvSpPr>
          <p:cNvPr id="7" name="Cartão Miami"/>
          <p:cNvSpPr/>
          <p:nvPr/>
        </p:nvSpPr>
        <p:spPr>
          <a:xfrm>
            <a:off x="6245352" y="2103120"/>
            <a:ext cx="5303520" cy="356616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Miami título"/>
          <p:cNvSpPr txBox="1"/>
          <p:nvPr/>
        </p:nvSpPr>
        <p:spPr>
          <a:xfrm>
            <a:off x="6656832" y="2468880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Miami</a:t>
            </a:r>
            <a:endParaRPr lang="en-US" sz="3800" dirty="0"/>
          </a:p>
        </p:txBody>
      </p:sp>
      <p:sp>
        <p:nvSpPr>
          <p:cNvPr id="9" name="Miami subtítulo"/>
          <p:cNvSpPr txBox="1"/>
          <p:nvPr/>
        </p:nvSpPr>
        <p:spPr>
          <a:xfrm>
            <a:off x="6656832" y="324612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Prática real e hands-on</a:t>
            </a:r>
            <a:endParaRPr lang="en-US" sz="1800" dirty="0"/>
          </a:p>
        </p:txBody>
      </p:sp>
      <p:sp>
        <p:nvSpPr>
          <p:cNvPr id="10" name="Miami texto"/>
          <p:cNvSpPr txBox="1"/>
          <p:nvPr/>
        </p:nvSpPr>
        <p:spPr>
          <a:xfrm>
            <a:off x="6656832" y="4160520"/>
            <a:ext cx="4480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19, 20 e 21 de maio de 2027, em laboratório de specimen: anatomia aplicada e prática supervisionada dos procedimentos.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  <p:transition spd="slow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rint Instagram" descr="Perfil @dra.rosanaa no Instagram, com 339 mil seguidor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0" y="548640"/>
            <a:ext cx="3182112" cy="5477256"/>
          </a:xfrm>
          <a:prstGeom prst="rect">
            <a:avLst/>
          </a:prstGeom>
        </p:spPr>
      </p:pic>
      <p:sp>
        <p:nvSpPr>
          <p:cNvPr id="3" name="Pré-título"/>
          <p:cNvSpPr txBox="1"/>
          <p:nvPr/>
        </p:nvSpPr>
        <p:spPr>
          <a:xfrm>
            <a:off x="640080" y="41148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300" kern="0" dirty="0">
                <a:solidFill>
                  <a:schemeClr val="accent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poder do</a:t>
            </a:r>
            <a:endParaRPr lang="en-US" sz="2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640080" y="86868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spc="200" kern="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POSICIONAMENTO</a:t>
            </a:r>
            <a:endParaRPr lang="en-US" sz="3200" dirty="0"/>
          </a:p>
        </p:txBody>
      </p:sp>
      <p:sp>
        <p:nvSpPr>
          <p:cNvPr id="5" name="Introdução posicionamento"/>
          <p:cNvSpPr txBox="1"/>
          <p:nvPr/>
        </p:nvSpPr>
        <p:spPr>
          <a:xfrm>
            <a:off x="640080" y="192024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Um programa realizado em Boston e Miami reúne, além do conteúdo técnico:</a:t>
            </a:r>
            <a:endParaRPr lang="en-US" sz="1600" dirty="0"/>
          </a:p>
        </p:txBody>
      </p:sp>
      <p:sp>
        <p:nvSpPr>
          <p:cNvPr id="6" name="Item 1 título"/>
          <p:cNvSpPr txBox="1"/>
          <p:nvPr/>
        </p:nvSpPr>
        <p:spPr>
          <a:xfrm>
            <a:off x="640080" y="26974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Doutores da estética</a:t>
            </a:r>
            <a:endParaRPr lang="en-US" sz="2000" dirty="0"/>
          </a:p>
        </p:txBody>
      </p:sp>
      <p:sp>
        <p:nvSpPr>
          <p:cNvPr id="7" name="Item 1 texto"/>
          <p:cNvSpPr txBox="1"/>
          <p:nvPr/>
        </p:nvSpPr>
        <p:spPr>
          <a:xfrm>
            <a:off x="640080" y="308152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nacionais e internacionais</a:t>
            </a:r>
            <a:endParaRPr lang="en-US" sz="1500" dirty="0"/>
          </a:p>
        </p:txBody>
      </p:sp>
      <p:sp>
        <p:nvSpPr>
          <p:cNvPr id="8" name="Item 2 título"/>
          <p:cNvSpPr txBox="1"/>
          <p:nvPr/>
        </p:nvSpPr>
        <p:spPr>
          <a:xfrm>
            <a:off x="640080" y="365760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Convidados</a:t>
            </a:r>
            <a:endParaRPr lang="en-US" sz="2000" dirty="0"/>
          </a:p>
        </p:txBody>
      </p:sp>
      <p:sp>
        <p:nvSpPr>
          <p:cNvPr id="9" name="Item 2 texto"/>
          <p:cNvSpPr txBox="1"/>
          <p:nvPr/>
        </p:nvSpPr>
        <p:spPr>
          <a:xfrm>
            <a:off x="640080" y="404164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com cases reais de sucesso na estética e no empreendedorismo</a:t>
            </a:r>
            <a:endParaRPr lang="en-US" sz="1500" dirty="0"/>
          </a:p>
        </p:txBody>
      </p:sp>
      <p:sp>
        <p:nvSpPr>
          <p:cNvPr id="10" name="Item 3 título"/>
          <p:cNvSpPr txBox="1"/>
          <p:nvPr/>
        </p:nvSpPr>
        <p:spPr>
          <a:xfrm>
            <a:off x="640080" y="461772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Palestrantes</a:t>
            </a:r>
            <a:endParaRPr lang="en-US" sz="2000" dirty="0"/>
          </a:p>
        </p:txBody>
      </p:sp>
      <p:sp>
        <p:nvSpPr>
          <p:cNvPr id="11" name="Item 3 texto"/>
          <p:cNvSpPr txBox="1"/>
          <p:nvPr/>
        </p:nvSpPr>
        <p:spPr>
          <a:xfrm>
            <a:off x="640080" y="500176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que atuam com carreira, posicionamento e autoridade</a:t>
            </a:r>
            <a:endParaRPr lang="en-US" sz="1500" dirty="0"/>
          </a:p>
        </p:txBody>
      </p:sp>
      <p:sp>
        <p:nvSpPr>
          <p:cNvPr id="12" name="Nota posicionamento"/>
          <p:cNvSpPr txBox="1"/>
          <p:nvPr/>
        </p:nvSpPr>
        <p:spPr>
          <a:xfrm>
            <a:off x="640080" y="5623560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Um momento desenhado para troca de experiências, visão de mercado e conexões profissionais relevantes.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  <p:transition spd="slow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oto da turma" descr="Turma da Formação Internacional reunida em uma escadaria, de uniforme vinho, segurando certificados e uma bandeira de Harv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0" y="0"/>
            <a:ext cx="6705295" cy="68580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86868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spc="200" kern="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QUEM JÁ VIVEU</a:t>
            </a:r>
            <a:endParaRPr lang="en-US" sz="3200" dirty="0"/>
          </a:p>
        </p:txBody>
      </p:sp>
      <p:sp>
        <p:nvSpPr>
          <p:cNvPr id="4" name="Texto turma"/>
          <p:cNvSpPr txBox="1"/>
          <p:nvPr/>
        </p:nvSpPr>
        <p:spPr>
          <a:xfrm>
            <a:off x="640080" y="1920240"/>
            <a:ext cx="4480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4"/>
                </a:solidFill>
              </a:rPr>
              <a:t>Turma da Formação Internacional na etapa de Boston, com os certificados em mãos.</a:t>
            </a:r>
            <a:endParaRPr lang="en-US" sz="2000" dirty="0"/>
          </a:p>
        </p:txBody>
      </p:sp>
      <p:sp>
        <p:nvSpPr>
          <p:cNvPr id="5" name="Chamada turma"/>
          <p:cNvSpPr txBox="1"/>
          <p:nvPr/>
        </p:nvSpPr>
        <p:spPr>
          <a:xfrm>
            <a:off x="640080" y="420624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próxima etapa é em Miami.</a:t>
            </a:r>
            <a:endParaRPr lang="en-US" sz="2600" dirty="0"/>
          </a:p>
        </p:txBody>
      </p:sp>
      <p:sp>
        <p:nvSpPr>
          <p:cNvPr id="6" name="Data turma"/>
          <p:cNvSpPr txBox="1"/>
          <p:nvPr/>
        </p:nvSpPr>
        <p:spPr>
          <a:xfrm>
            <a:off x="640080" y="480060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accent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19, 20 e 21 de maio de 2027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  <p:transition spd="slow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86868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spc="200" kern="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RESULTADO NA PRÁTICA</a:t>
            </a:r>
            <a:endParaRPr lang="en-US" sz="3200" dirty="0"/>
          </a:p>
        </p:txBody>
      </p:sp>
      <p:pic>
        <p:nvPicPr>
          <p:cNvPr id="3" name="Depoimento" descr="Mensagem de aluna: depois da Formação Internacional, converteu o valor do curso em menos de 2 meses com 2 pacient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84248" y="2194560"/>
            <a:ext cx="8229600" cy="2468880"/>
          </a:xfrm>
          <a:prstGeom prst="rect">
            <a:avLst/>
          </a:prstGeom>
        </p:spPr>
      </p:pic>
      <p:sp>
        <p:nvSpPr>
          <p:cNvPr id="4" name="Legenda depoimento"/>
          <p:cNvSpPr txBox="1"/>
          <p:nvPr/>
        </p:nvSpPr>
        <p:spPr>
          <a:xfrm>
            <a:off x="1984248" y="4892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Relato de aluna da Formação Internacional, enviado no grupo da turma.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  <p:transition spd="slow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ndeira" descr="Bandeira dos Estados Unidos tremuland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06840" y="228600"/>
            <a:ext cx="2743200" cy="1828800"/>
          </a:xfrm>
          <a:prstGeom prst="rect">
            <a:avLst/>
          </a:prstGeom>
        </p:spPr>
      </p:pic>
      <p:pic>
        <p:nvPicPr>
          <p:cNvPr id="3" name="QR code WhatsApp" descr="QR code que abre o WhatsApp (62) 98515-0061 com a mensagem: Olá, quero saber mais do Programa de Formação Internacional">
            <a:hlinkClick r:id="rId3" tooltip="Falar no WhatsApp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2240280"/>
            <a:ext cx="2743200" cy="2743200"/>
          </a:xfrm>
          <a:prstGeom prst="rect">
            <a:avLst/>
          </a:prstGeom>
        </p:spPr>
      </p:pic>
      <p:sp>
        <p:nvSpPr>
          <p:cNvPr id="4" name="Legenda QR"/>
          <p:cNvSpPr txBox="1"/>
          <p:nvPr/>
        </p:nvSpPr>
        <p:spPr>
          <a:xfrm>
            <a:off x="8549640" y="51206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Aponte a câmera do celular para falar com a equipe no WhatsApp</a:t>
            </a:r>
            <a:endParaRPr lang="en-US" sz="1200" dirty="0"/>
          </a:p>
        </p:txBody>
      </p:sp>
      <p:sp>
        <p:nvSpPr>
          <p:cNvPr id="5" name="Rótulo final"/>
          <p:cNvSpPr txBox="1"/>
          <p:nvPr/>
        </p:nvSpPr>
        <p:spPr>
          <a:xfrm>
            <a:off x="640080" y="118872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300" kern="0" dirty="0">
                <a:solidFill>
                  <a:schemeClr val="accent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Etapa de Miami</a:t>
            </a:r>
            <a:endParaRPr lang="en-US" sz="2000" dirty="0"/>
          </a:p>
        </p:txBody>
      </p:sp>
      <p:sp>
        <p:nvSpPr>
          <p:cNvPr id="6" name="Chamada"/>
          <p:cNvSpPr txBox="1"/>
          <p:nvPr/>
        </p:nvSpPr>
        <p:spPr>
          <a:xfrm>
            <a:off x="640080" y="178308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Garanta sua vaga</a:t>
            </a:r>
            <a:endParaRPr lang="en-US" sz="5400" dirty="0"/>
          </a:p>
        </p:txBody>
      </p:sp>
      <p:sp>
        <p:nvSpPr>
          <p:cNvPr id="7" name="Data final"/>
          <p:cNvSpPr txBox="1"/>
          <p:nvPr/>
        </p:nvSpPr>
        <p:spPr>
          <a:xfrm>
            <a:off x="640080" y="297180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19, 20 e 21 de maio de 2027</a:t>
            </a:r>
            <a:endParaRPr lang="en-US" sz="2400" dirty="0"/>
          </a:p>
        </p:txBody>
      </p:sp>
      <p:sp>
        <p:nvSpPr>
          <p:cNvPr id="8" name="Texto final"/>
          <p:cNvSpPr txBox="1"/>
          <p:nvPr/>
        </p:nvSpPr>
        <p:spPr>
          <a:xfrm>
            <a:off x="640080" y="352044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Vagas e investimento com a nossa equipe.</a:t>
            </a:r>
            <a:endParaRPr lang="en-US" sz="1600" dirty="0"/>
          </a:p>
        </p:txBody>
      </p:sp>
      <p:sp>
        <p:nvSpPr>
          <p:cNvPr id="9" name="Instagram"/>
          <p:cNvSpPr txBox="1"/>
          <p:nvPr/>
        </p:nvSpPr>
        <p:spPr>
          <a:xfrm>
            <a:off x="640080" y="42519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Instagram   </a:t>
            </a:r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@dra.rosanaa</a:t>
            </a:r>
            <a:endParaRPr lang="en-US" sz="1600" dirty="0"/>
          </a:p>
        </p:txBody>
      </p:sp>
      <p:sp>
        <p:nvSpPr>
          <p:cNvPr id="10" name="WhatsApp"/>
          <p:cNvSpPr txBox="1"/>
          <p:nvPr/>
        </p:nvSpPr>
        <p:spPr>
          <a:xfrm>
            <a:off x="640080" y="47548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WhatsApp   </a:t>
            </a:r>
            <a:pPr indent="0" marL="0">
              <a:buNone/>
            </a:pPr>
            <a:r>
              <a:rPr lang="en-US" sz="2000" u="sng" dirty="0">
                <a:solidFill>
                  <a:schemeClr val="bg1"/>
                </a:solidFill>
                <a:hlinkClick r:id="rId4" invalidUrl="" action="" tgtFrame="" tooltip="Falar no WhatsApp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(62) 98515-0061</a:t>
            </a:r>
            <a:endParaRPr lang="en-US" sz="1600" dirty="0"/>
          </a:p>
        </p:txBody>
      </p:sp>
      <p:pic>
        <p:nvPicPr>
          <p:cNvPr id="11" name="Logo" descr="Logo Dra. Rosana Vecchi Calda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5486400"/>
            <a:ext cx="1051560" cy="1051560"/>
          </a:xfrm>
          <a:prstGeom prst="rect">
            <a:avLst/>
          </a:prstGeom>
        </p:spPr>
      </p:pic>
    </p:spTree>
  </p:cSld>
  <p:clrMapOvr>
    <a:masterClrMapping/>
  </p:clrMapOvr>
  <p:transition spd="slow">
    <p:fade/>
  </p:transition>
</p:sld>
</file>

<file path=ppt/theme/theme1.xml><?xml version="1.0" encoding="utf-8"?>
<a:theme xmlns:a="http://schemas.openxmlformats.org/drawingml/2006/main" name="Formação Internacional">
  <a:themeElements>
    <a:clrScheme name="Formação Internacional">
      <a:dk1>
        <a:srgbClr val="0B0B0C"/>
      </a:dk1>
      <a:lt1>
        <a:srgbClr val="FFFFFF"/>
      </a:lt1>
      <a:dk2>
        <a:srgbClr val="8E8C88"/>
      </a:dk2>
      <a:lt2>
        <a:srgbClr val="F2EFEA"/>
      </a:lt2>
      <a:accent1>
        <a:srgbClr val="B3182F"/>
      </a:accent1>
      <a:accent2>
        <a:srgbClr val="7E1222"/>
      </a:accent2>
      <a:accent3>
        <a:srgbClr val="161618"/>
      </a:accent3>
      <a:accent4>
        <a:srgbClr val="BDBAB4"/>
      </a:accent4>
      <a:accent5>
        <a:srgbClr val="2A2A2D"/>
      </a:accent5>
      <a:accent6>
        <a:srgbClr val="E9E4DC"/>
      </a:accent6>
      <a:hlink>
        <a:srgbClr val="B3182F"/>
      </a:hlink>
      <a:folHlink>
        <a:srgbClr val="7E1222"/>
      </a:folHlink>
    </a:clrScheme>
    <a:fontScheme name="Formação Internacional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Programa de Formação Internacional – Etapa de Miami</dc:title>
  <dc:subject>PptxGenJS Presentation</dc:subject>
  <dc:creator>Dra. Rosana Vecchi</dc:creator>
  <cp:lastModifiedBy>Dra. Rosana Vecchi</cp:lastModifiedBy>
  <cp:revision>1</cp:revision>
  <dcterms:created xsi:type="dcterms:W3CDTF">2026-10-08T13:42:53Z</dcterms:created>
  <dcterms:modified xsi:type="dcterms:W3CDTF">2026-10-08T13:42:53Z</dcterms:modified>
</cp:coreProperties>
</file>