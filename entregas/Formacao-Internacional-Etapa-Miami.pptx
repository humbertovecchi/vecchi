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b160e7dc-cd48-cb2c-5a16-905423bd9aa7}">
          <p14:sldIdLst>
            <p14:sldId id="256"/>
            <p14:sldId id="257"/>
          </p14:sldIdLst>
        </p14:section>
        <p14:section name="A etapa" id="{76c40604-99ed-093e-03c5-4d20405c16f7}">
          <p14:sldIdLst>
            <p14:sldId id="258"/>
            <p14:sldId id="259"/>
            <p14:sldId id="260"/>
          </p14:sldIdLst>
        </p14:section>
        <p14:section name="Pessoas" id="{e6121930-c77f-6edc-8ca1-16f82258da45}">
          <p14:sldIdLst>
            <p14:sldId id="261"/>
            <p14:sldId id="262"/>
          </p14:sldIdLst>
        </p14:section>
        <p14:section name="Inscrição" id="{8261533c-e3db-f8a1-f887-647b99963fd5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Para abrir com vídeo, insira o vídeo atrás do texto (Inserir &gt; Vídeo) e envie para trás (Organizar &gt; Enviar para trás).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reservado para vídeo (laboratório, Miami ou o vídeo 3D das camadas da pele). Depois de inserir: aba Reprodução &gt; Iniciar: Automaticamente. Para vídeo de fundo sem som, marque também 'Repetir até parar' e deixe o volume mudo.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que a aluna autorizou o uso do relato antes de divulgar este material fora da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Troque o número de WhatsApp pelo número real da equipe.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TÍTULO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laboratório" descr="Dra. Rosana em laboratório de anatomia, ao lado de uma mesa de specim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Escurecer foto"/>
          <p:cNvSpPr/>
          <p:nvPr/>
        </p:nvSpPr>
        <p:spPr>
          <a:xfrm>
            <a:off x="7050024" y="0"/>
            <a:ext cx="5143500" cy="6858000"/>
          </a:xfrm>
          <a:prstGeom prst="rect">
            <a:avLst/>
          </a:prstGeom>
          <a:solidFill>
            <a:schemeClr val="tx1">
              <a:alpha val="20000"/>
            </a:schemeClr>
          </a:solidFill>
          <a:ln w="12700">
            <a:solidFill>
              <a:schemeClr val="tx1">
                <a:alpha val="0"/>
              </a:schemeClr>
            </a:solidFill>
            <a:prstDash val="solid"/>
          </a:ln>
        </p:spPr>
      </p:sp>
      <p:pic>
        <p:nvPicPr>
          <p:cNvPr id="4" name="Bandeira" descr="Bandeira dos Estados Unidos tremulan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91440"/>
            <a:ext cx="3108960" cy="2075688"/>
          </a:xfrm>
          <a:prstGeom prst="rect">
            <a:avLst/>
          </a:prstGeom>
        </p:spPr>
      </p:pic>
      <p:sp>
        <p:nvSpPr>
          <p:cNvPr id="5" name="Programa"/>
          <p:cNvSpPr txBox="1"/>
          <p:nvPr/>
        </p:nvSpPr>
        <p:spPr>
          <a:xfrm>
            <a:off x="640080" y="1417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4"/>
                </a:solidFill>
              </a:rPr>
              <a:t>PROGRAMA DE FORMAÇÃO INTERNACIONAL</a:t>
            </a:r>
            <a:endParaRPr lang="en-US" sz="1200" dirty="0"/>
          </a:p>
        </p:txBody>
      </p:sp>
      <p:sp>
        <p:nvSpPr>
          <p:cNvPr id="6" name="Etapa de"/>
          <p:cNvSpPr txBox="1"/>
          <p:nvPr/>
        </p:nvSpPr>
        <p:spPr>
          <a:xfrm>
            <a:off x="640080" y="2148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spc="600" kern="0" dirty="0">
                <a:solidFill>
                  <a:schemeClr val="accent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de</a:t>
            </a:r>
            <a:endParaRPr lang="en-US" sz="2800" dirty="0"/>
          </a:p>
        </p:txBody>
      </p:sp>
      <p:sp>
        <p:nvSpPr>
          <p:cNvPr id="7" name="Título da capa"/>
          <p:cNvSpPr txBox="1"/>
          <p:nvPr/>
        </p:nvSpPr>
        <p:spPr>
          <a:xfrm>
            <a:off x="548640" y="265176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spc="6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MIAMI</a:t>
            </a:r>
            <a:endParaRPr lang="en-US" sz="11000" dirty="0"/>
          </a:p>
        </p:txBody>
      </p:sp>
      <p:sp>
        <p:nvSpPr>
          <p:cNvPr id="8" name="Subtítulo"/>
          <p:cNvSpPr txBox="1"/>
          <p:nvPr/>
        </p:nvSpPr>
        <p:spPr>
          <a:xfrm>
            <a:off x="640080" y="41605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Imersão de 3 dias com prática real em laboratório de specimen</a:t>
            </a:r>
            <a:endParaRPr lang="en-US" sz="1800" dirty="0"/>
          </a:p>
        </p:txBody>
      </p:sp>
      <p:sp>
        <p:nvSpPr>
          <p:cNvPr id="9" name="Data"/>
          <p:cNvSpPr txBox="1"/>
          <p:nvPr/>
        </p:nvSpPr>
        <p:spPr>
          <a:xfrm>
            <a:off x="640080" y="493776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 20 e 21 de maio de 2027</a:t>
            </a:r>
            <a:endParaRPr lang="en-US" sz="2000" dirty="0"/>
          </a:p>
        </p:txBody>
      </p:sp>
      <p:pic>
        <p:nvPicPr>
          <p:cNvPr id="10" name="Logo" descr="Logo Dra. Rosana Vecchi Calda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1051560" cy="105156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Área do vídeo"/>
          <p:cNvSpPr/>
          <p:nvPr/>
        </p:nvSpPr>
        <p:spPr>
          <a:xfrm>
            <a:off x="640080" y="548640"/>
            <a:ext cx="10908792" cy="576072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3" name="Instrução do vídeo"/>
          <p:cNvSpPr txBox="1"/>
          <p:nvPr/>
        </p:nvSpPr>
        <p:spPr>
          <a:xfrm>
            <a:off x="640080" y="548640"/>
            <a:ext cx="1090879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Insira aqui o vídeo</a:t>
            </a:r>
            <a:endParaRPr lang="en-US" sz="30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Inserir  ›  Vídeo  ›  Este dispositivo. Depois apague esta caixa e o retângulo.</a:t>
            </a:r>
            <a:endParaRPr lang="en-US" sz="30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Miami" descr="Prédios de Miami vistos da ru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 MIAMI?</a:t>
            </a:r>
            <a:endParaRPr lang="en-US" sz="3200" dirty="0"/>
          </a:p>
        </p:txBody>
      </p:sp>
      <p:sp>
        <p:nvSpPr>
          <p:cNvPr id="4" name="Texto Miami"/>
          <p:cNvSpPr txBox="1"/>
          <p:nvPr/>
        </p:nvSpPr>
        <p:spPr>
          <a:xfrm>
            <a:off x="640080" y="192024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Nos Estados Unidos, laboratórios privados de anatomia oferecem estrutura para treinamento hands-on em specimen, a peça anatômica real. Em Miami, o conteúdo científico vira prática.</a:t>
            </a:r>
            <a:endParaRPr lang="en-US" sz="1700" dirty="0"/>
          </a:p>
        </p:txBody>
      </p:sp>
      <p:sp>
        <p:nvSpPr>
          <p:cNvPr id="5" name="Lista Miami"/>
          <p:cNvSpPr txBox="1"/>
          <p:nvPr/>
        </p:nvSpPr>
        <p:spPr>
          <a:xfrm>
            <a:off x="640080" y="352044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Imersão de 3 dias com prática real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Laboratórios privados preparados para hands-on avançado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Anatomia aplicada direto na peça anatômica</a:t>
            </a:r>
            <a:endParaRPr lang="en-US" sz="1700" dirty="0"/>
          </a:p>
        </p:txBody>
      </p:sp>
      <p:sp>
        <p:nvSpPr>
          <p:cNvPr id="6" name="Data"/>
          <p:cNvSpPr txBox="1"/>
          <p:nvPr/>
        </p:nvSpPr>
        <p:spPr>
          <a:xfrm>
            <a:off x="640080" y="534924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 20 e 21 de maio de 2027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PROGRAMAÇÃO PRÁTICA</a:t>
            </a:r>
            <a:endParaRPr lang="en-US" sz="3200" dirty="0"/>
          </a:p>
        </p:txBody>
      </p:sp>
      <p:sp>
        <p:nvSpPr>
          <p:cNvPr id="3" name="Subtítulo"/>
          <p:cNvSpPr txBox="1"/>
          <p:nvPr/>
        </p:nvSpPr>
        <p:spPr>
          <a:xfrm>
            <a:off x="640080" y="1463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Anatomia aplicada e hands-on</a:t>
            </a:r>
            <a:endParaRPr lang="en-US" sz="1700" dirty="0"/>
          </a:p>
        </p:txBody>
      </p:sp>
      <p:sp>
        <p:nvSpPr>
          <p:cNvPr id="4" name="Módulo 1"/>
          <p:cNvSpPr txBox="1"/>
          <p:nvPr/>
        </p:nvSpPr>
        <p:spPr>
          <a:xfrm>
            <a:off x="640080" y="2377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Anatomia avançada de cabeça e pescoço aplicada a injetáveis</a:t>
            </a:r>
            <a:endParaRPr lang="en-US" sz="2000" dirty="0"/>
          </a:p>
        </p:txBody>
      </p:sp>
      <p:sp>
        <p:nvSpPr>
          <p:cNvPr id="5" name="Divisória 1"/>
          <p:cNvSpPr/>
          <p:nvPr/>
        </p:nvSpPr>
        <p:spPr>
          <a:xfrm>
            <a:off x="640080" y="309067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" name="Módulo 2"/>
          <p:cNvSpPr txBox="1"/>
          <p:nvPr/>
        </p:nvSpPr>
        <p:spPr>
          <a:xfrm>
            <a:off x="640080" y="32461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Anatomia avançada de cabeça e pescoço aplicada a fios faciais</a:t>
            </a:r>
            <a:endParaRPr lang="en-US" sz="2000" dirty="0"/>
          </a:p>
        </p:txBody>
      </p:sp>
      <p:sp>
        <p:nvSpPr>
          <p:cNvPr id="7" name="Divisória 2"/>
          <p:cNvSpPr/>
          <p:nvPr/>
        </p:nvSpPr>
        <p:spPr>
          <a:xfrm>
            <a:off x="640080" y="395935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" name="Módulo 3"/>
          <p:cNvSpPr txBox="1"/>
          <p:nvPr/>
        </p:nvSpPr>
        <p:spPr>
          <a:xfrm>
            <a:off x="640080" y="4114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Bioestimuladores faciais e corporais: fundamentos, indicações e limites</a:t>
            </a:r>
            <a:endParaRPr lang="en-US" sz="2000" dirty="0"/>
          </a:p>
        </p:txBody>
      </p:sp>
      <p:sp>
        <p:nvSpPr>
          <p:cNvPr id="9" name="Divisória 3"/>
          <p:cNvSpPr/>
          <p:nvPr/>
        </p:nvSpPr>
        <p:spPr>
          <a:xfrm>
            <a:off x="640080" y="482803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Módulo 4"/>
          <p:cNvSpPr txBox="1"/>
          <p:nvPr/>
        </p:nvSpPr>
        <p:spPr>
          <a:xfrm>
            <a:off x="640080" y="4983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Lifting facial com preenchedores: raciocínio anatômico e estrutural</a:t>
            </a:r>
            <a:endParaRPr lang="en-US" sz="2000" dirty="0"/>
          </a:p>
        </p:txBody>
      </p:sp>
      <p:sp>
        <p:nvSpPr>
          <p:cNvPr id="11" name="Divisória 4"/>
          <p:cNvSpPr/>
          <p:nvPr/>
        </p:nvSpPr>
        <p:spPr>
          <a:xfrm>
            <a:off x="640080" y="569671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Módulo 5"/>
          <p:cNvSpPr txBox="1"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Full face: planejamento anatômico, segurança e naturalidade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TEORIA À PRÁTICA</a:t>
            </a:r>
            <a:endParaRPr lang="en-US" sz="3200" dirty="0"/>
          </a:p>
        </p:txBody>
      </p:sp>
      <p:sp>
        <p:nvSpPr>
          <p:cNvPr id="3" name="Cartão Boston"/>
          <p:cNvSpPr/>
          <p:nvPr/>
        </p:nvSpPr>
        <p:spPr>
          <a:xfrm>
            <a:off x="640080" y="2103120"/>
            <a:ext cx="5303520" cy="356616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Boston título"/>
          <p:cNvSpPr txBox="1"/>
          <p:nvPr/>
        </p:nvSpPr>
        <p:spPr>
          <a:xfrm>
            <a:off x="1051560" y="24688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Boston</a:t>
            </a:r>
            <a:endParaRPr lang="en-US" sz="3800" dirty="0"/>
          </a:p>
        </p:txBody>
      </p:sp>
      <p:sp>
        <p:nvSpPr>
          <p:cNvPr id="5" name="Boston subtítulo"/>
          <p:cNvSpPr txBox="1"/>
          <p:nvPr/>
        </p:nvSpPr>
        <p:spPr>
          <a:xfrm>
            <a:off x="1051560" y="3246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Teoria e anatomia demonstrativa</a:t>
            </a:r>
            <a:endParaRPr lang="en-US" sz="1800" dirty="0"/>
          </a:p>
        </p:txBody>
      </p:sp>
      <p:sp>
        <p:nvSpPr>
          <p:cNvPr id="6" name="Boston texto"/>
          <p:cNvSpPr txBox="1"/>
          <p:nvPr/>
        </p:nvSpPr>
        <p:spPr>
          <a:xfrm>
            <a:off x="1051560" y="416052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3 dias em ambiente acadêmico: aulas científicas, anatomy review com anatomista e demonstração de dissecação.</a:t>
            </a:r>
            <a:endParaRPr lang="en-US" sz="1500" dirty="0"/>
          </a:p>
        </p:txBody>
      </p:sp>
      <p:sp>
        <p:nvSpPr>
          <p:cNvPr id="7" name="Cartão Miami"/>
          <p:cNvSpPr/>
          <p:nvPr/>
        </p:nvSpPr>
        <p:spPr>
          <a:xfrm>
            <a:off x="6245352" y="2103120"/>
            <a:ext cx="5303520" cy="35661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Miami título"/>
          <p:cNvSpPr txBox="1"/>
          <p:nvPr/>
        </p:nvSpPr>
        <p:spPr>
          <a:xfrm>
            <a:off x="6656832" y="24688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Miami</a:t>
            </a:r>
            <a:endParaRPr lang="en-US" sz="3800" dirty="0"/>
          </a:p>
        </p:txBody>
      </p:sp>
      <p:sp>
        <p:nvSpPr>
          <p:cNvPr id="9" name="Miami subtítulo"/>
          <p:cNvSpPr txBox="1"/>
          <p:nvPr/>
        </p:nvSpPr>
        <p:spPr>
          <a:xfrm>
            <a:off x="6656832" y="3246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Prática real e hands-on</a:t>
            </a:r>
            <a:endParaRPr lang="en-US" sz="1800" dirty="0"/>
          </a:p>
        </p:txBody>
      </p:sp>
      <p:sp>
        <p:nvSpPr>
          <p:cNvPr id="10" name="Miami texto"/>
          <p:cNvSpPr txBox="1"/>
          <p:nvPr/>
        </p:nvSpPr>
        <p:spPr>
          <a:xfrm>
            <a:off x="6656832" y="416052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19, 20 e 21 de maio de 2027, em laboratório de specimen: anatomia aplicada e prática supervisionada dos procedimentos.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int Instagram" descr="Perfil @dra.rosanaa no Instagram, com 339 mil seguid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548640"/>
            <a:ext cx="3182112" cy="5477256"/>
          </a:xfrm>
          <a:prstGeom prst="rect">
            <a:avLst/>
          </a:prstGeom>
        </p:spPr>
      </p:pic>
      <p:sp>
        <p:nvSpPr>
          <p:cNvPr id="3" name="Pré-título"/>
          <p:cNvSpPr txBox="1"/>
          <p:nvPr/>
        </p:nvSpPr>
        <p:spPr>
          <a:xfrm>
            <a:off x="640080" y="4114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300" kern="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poder do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POSICIONAMENTO</a:t>
            </a:r>
            <a:endParaRPr lang="en-US" sz="3200" dirty="0"/>
          </a:p>
        </p:txBody>
      </p:sp>
      <p:sp>
        <p:nvSpPr>
          <p:cNvPr id="5" name="Introdução posicionamento"/>
          <p:cNvSpPr txBox="1"/>
          <p:nvPr/>
        </p:nvSpPr>
        <p:spPr>
          <a:xfrm>
            <a:off x="640080" y="19202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Um programa realizado em Boston e Miami reúne, além do conteúdo técnico:</a:t>
            </a:r>
            <a:endParaRPr lang="en-US" sz="1600" dirty="0"/>
          </a:p>
        </p:txBody>
      </p:sp>
      <p:sp>
        <p:nvSpPr>
          <p:cNvPr id="6" name="Item 1 título"/>
          <p:cNvSpPr txBox="1"/>
          <p:nvPr/>
        </p:nvSpPr>
        <p:spPr>
          <a:xfrm>
            <a:off x="640080" y="26974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Doutores da estética</a:t>
            </a:r>
            <a:endParaRPr lang="en-US" sz="2000" dirty="0"/>
          </a:p>
        </p:txBody>
      </p:sp>
      <p:sp>
        <p:nvSpPr>
          <p:cNvPr id="7" name="Item 1 texto"/>
          <p:cNvSpPr txBox="1"/>
          <p:nvPr/>
        </p:nvSpPr>
        <p:spPr>
          <a:xfrm>
            <a:off x="640080" y="308152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nacionais e internacionais</a:t>
            </a:r>
            <a:endParaRPr lang="en-US" sz="1500" dirty="0"/>
          </a:p>
        </p:txBody>
      </p:sp>
      <p:sp>
        <p:nvSpPr>
          <p:cNvPr id="8" name="Item 2 título"/>
          <p:cNvSpPr txBox="1"/>
          <p:nvPr/>
        </p:nvSpPr>
        <p:spPr>
          <a:xfrm>
            <a:off x="640080" y="36576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Convidados</a:t>
            </a:r>
            <a:endParaRPr lang="en-US" sz="2000" dirty="0"/>
          </a:p>
        </p:txBody>
      </p:sp>
      <p:sp>
        <p:nvSpPr>
          <p:cNvPr id="9" name="Item 2 texto"/>
          <p:cNvSpPr txBox="1"/>
          <p:nvPr/>
        </p:nvSpPr>
        <p:spPr>
          <a:xfrm>
            <a:off x="640080" y="40416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com cases reais de sucesso na estética e no empreendedorismo</a:t>
            </a:r>
            <a:endParaRPr lang="en-US" sz="1500" dirty="0"/>
          </a:p>
        </p:txBody>
      </p:sp>
      <p:sp>
        <p:nvSpPr>
          <p:cNvPr id="10" name="Item 3 título"/>
          <p:cNvSpPr txBox="1"/>
          <p:nvPr/>
        </p:nvSpPr>
        <p:spPr>
          <a:xfrm>
            <a:off x="640080" y="4617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Palestrantes</a:t>
            </a:r>
            <a:endParaRPr lang="en-US" sz="2000" dirty="0"/>
          </a:p>
        </p:txBody>
      </p:sp>
      <p:sp>
        <p:nvSpPr>
          <p:cNvPr id="11" name="Item 3 texto"/>
          <p:cNvSpPr txBox="1"/>
          <p:nvPr/>
        </p:nvSpPr>
        <p:spPr>
          <a:xfrm>
            <a:off x="640080" y="5001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que atuam com carreira, posicionamento e autoridade</a:t>
            </a:r>
            <a:endParaRPr lang="en-US" sz="1500" dirty="0"/>
          </a:p>
        </p:txBody>
      </p:sp>
      <p:sp>
        <p:nvSpPr>
          <p:cNvPr id="12" name="Nota posicionamento"/>
          <p:cNvSpPr txBox="1"/>
          <p:nvPr/>
        </p:nvSpPr>
        <p:spPr>
          <a:xfrm>
            <a:off x="640080" y="56235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Um momento desenhado para troca de experiências, visão de mercado e conexões profissionais relevantes.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RESULTADO NA PRÁTICA</a:t>
            </a:r>
            <a:endParaRPr lang="en-US" sz="3200" dirty="0"/>
          </a:p>
        </p:txBody>
      </p:sp>
      <p:pic>
        <p:nvPicPr>
          <p:cNvPr id="3" name="Depoimento" descr="Mensagem de aluna: depois da Formação Internacional, converteu o valor do curso em menos de 2 meses com 2 pac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4248" y="2194560"/>
            <a:ext cx="8229600" cy="2468880"/>
          </a:xfrm>
          <a:prstGeom prst="rect">
            <a:avLst/>
          </a:prstGeom>
        </p:spPr>
      </p:pic>
      <p:sp>
        <p:nvSpPr>
          <p:cNvPr id="4" name="Legenda depoimento"/>
          <p:cNvSpPr txBox="1"/>
          <p:nvPr/>
        </p:nvSpPr>
        <p:spPr>
          <a:xfrm>
            <a:off x="1984248" y="4892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Relato de aluna da Formação Internacional, enviado no grupo da turma.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ndeira" descr="Bandeira dos Estados Unidos tremulan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822960"/>
            <a:ext cx="5760720" cy="3840480"/>
          </a:xfrm>
          <a:prstGeom prst="rect">
            <a:avLst/>
          </a:prstGeom>
        </p:spPr>
      </p:pic>
      <p:sp>
        <p:nvSpPr>
          <p:cNvPr id="3" name="Rótulo final"/>
          <p:cNvSpPr txBox="1"/>
          <p:nvPr/>
        </p:nvSpPr>
        <p:spPr>
          <a:xfrm>
            <a:off x="640080" y="11887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300" kern="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de Miami</a:t>
            </a:r>
            <a:endParaRPr lang="en-US" sz="2000" dirty="0"/>
          </a:p>
        </p:txBody>
      </p:sp>
      <p:sp>
        <p:nvSpPr>
          <p:cNvPr id="4" name="Chamada"/>
          <p:cNvSpPr txBox="1"/>
          <p:nvPr/>
        </p:nvSpPr>
        <p:spPr>
          <a:xfrm>
            <a:off x="640080" y="17830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Garanta sua vaga</a:t>
            </a:r>
            <a:endParaRPr lang="en-US" sz="5400" dirty="0"/>
          </a:p>
        </p:txBody>
      </p:sp>
      <p:sp>
        <p:nvSpPr>
          <p:cNvPr id="5" name="Data final"/>
          <p:cNvSpPr txBox="1"/>
          <p:nvPr/>
        </p:nvSpPr>
        <p:spPr>
          <a:xfrm>
            <a:off x="640080" y="29718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 20 e 21 de maio de 2027</a:t>
            </a:r>
            <a:endParaRPr lang="en-US" sz="2400" dirty="0"/>
          </a:p>
        </p:txBody>
      </p:sp>
      <p:sp>
        <p:nvSpPr>
          <p:cNvPr id="6" name="Texto final"/>
          <p:cNvSpPr txBox="1"/>
          <p:nvPr/>
        </p:nvSpPr>
        <p:spPr>
          <a:xfrm>
            <a:off x="640080" y="35204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Vagas e investimento com a nossa equipe.</a:t>
            </a:r>
            <a:endParaRPr lang="en-US" sz="1600" dirty="0"/>
          </a:p>
        </p:txBody>
      </p:sp>
      <p:sp>
        <p:nvSpPr>
          <p:cNvPr id="7" name="Instagram"/>
          <p:cNvSpPr txBox="1"/>
          <p:nvPr/>
        </p:nvSpPr>
        <p:spPr>
          <a:xfrm>
            <a:off x="640080" y="4251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Instagram   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@dra.rosanaa</a:t>
            </a:r>
            <a:endParaRPr lang="en-US" sz="1600" dirty="0"/>
          </a:p>
        </p:txBody>
      </p:sp>
      <p:sp>
        <p:nvSpPr>
          <p:cNvPr id="8" name="WhatsApp"/>
          <p:cNvSpPr txBox="1"/>
          <p:nvPr/>
        </p:nvSpPr>
        <p:spPr>
          <a:xfrm>
            <a:off x="640080" y="47548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WhatsApp   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(00) 00000-0000</a:t>
            </a:r>
            <a:endParaRPr lang="en-US" sz="1600" dirty="0"/>
          </a:p>
        </p:txBody>
      </p:sp>
      <p:pic>
        <p:nvPicPr>
          <p:cNvPr id="9" name="Logo" descr="Logo Dra. Rosana Vecchi Cald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0"/>
            <a:ext cx="1051560" cy="105156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Formação Internacional">
  <a:themeElements>
    <a:clrScheme name="Formação Internacional">
      <a:dk1>
        <a:srgbClr val="0B0B0C"/>
      </a:dk1>
      <a:lt1>
        <a:srgbClr val="FFFFFF"/>
      </a:lt1>
      <a:dk2>
        <a:srgbClr val="8E8C88"/>
      </a:dk2>
      <a:lt2>
        <a:srgbClr val="F2EFEA"/>
      </a:lt2>
      <a:accent1>
        <a:srgbClr val="B3182F"/>
      </a:accent1>
      <a:accent2>
        <a:srgbClr val="7E1222"/>
      </a:accent2>
      <a:accent3>
        <a:srgbClr val="161618"/>
      </a:accent3>
      <a:accent4>
        <a:srgbClr val="BDBAB4"/>
      </a:accent4>
      <a:accent5>
        <a:srgbClr val="2A2A2D"/>
      </a:accent5>
      <a:accent6>
        <a:srgbClr val="E9E4DC"/>
      </a:accent6>
      <a:hlink>
        <a:srgbClr val="B3182F"/>
      </a:hlink>
      <a:folHlink>
        <a:srgbClr val="7E1222"/>
      </a:folHlink>
    </a:clrScheme>
    <a:fontScheme name="Formação Internacional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 de Formação Internacional – Etapa de Miami</dc:title>
  <dc:subject>PptxGenJS Presentation</dc:subject>
  <dc:creator>Dra. Rosana Vecchi</dc:creator>
  <cp:lastModifiedBy>Dra. Rosana Vecchi</cp:lastModifiedBy>
  <cp:revision>1</cp:revision>
  <dcterms:created xsi:type="dcterms:W3CDTF">2026-10-08T12:53:27Z</dcterms:created>
  <dcterms:modified xsi:type="dcterms:W3CDTF">2026-10-08T12:53:27Z</dcterms:modified>
</cp:coreProperties>
</file>