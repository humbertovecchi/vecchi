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dc64d61-c334-54ea-c45d-e094de30581a}">
          <p14:sldIdLst>
            <p14:sldId id="256"/>
            <p14:sldId id="257"/>
            <p14:sldId id="258"/>
            <p14:sldId id="259"/>
          </p14:sldIdLst>
        </p14:section>
        <p14:section name="A etapa" id="{120944f2-25e6-b333-fff5-daeef0ab5ce0}">
          <p14:sldIdLst>
            <p14:sldId id="260"/>
            <p14:sldId id="261"/>
            <p14:sldId id="262"/>
          </p14:sldIdLst>
        </p14:section>
        <p14:section name="Pessoas" id="{ab62d7ff-c270-1613-e5ad-6a3a71bde697}">
          <p14:sldIdLst>
            <p14:sldId id="263"/>
            <p14:sldId id="264"/>
            <p14:sldId id="265"/>
          </p14:sldIdLst>
        </p14:section>
        <p14:section name="Inscrição" id="{324fae44-5482-928d-138d-3ddd7929beb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1-1.png"/><Relationship Id="rId4" Type="http://schemas.openxmlformats.org/officeDocument/2006/relationships/image" Target="../media/image-11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 prédio" descr="Fachada de prédio com colunas, à no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scurecer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74320"/>
            <a:ext cx="4480560" cy="2990088"/>
          </a:xfrm>
          <a:prstGeom prst="rect">
            <a:avLst/>
          </a:prstGeom>
        </p:spPr>
      </p:pic>
      <p:pic>
        <p:nvPicPr>
          <p:cNvPr id="5" name="Foto prática" descr="Profissional de touca e avental durante prática em laboratório de anatom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46120"/>
            <a:ext cx="3090672" cy="3611880"/>
          </a:xfrm>
          <a:prstGeom prst="rect">
            <a:avLst/>
          </a:prstGeom>
        </p:spPr>
      </p:pic>
      <p:sp>
        <p:nvSpPr>
          <p:cNvPr id="6" name="Pré-título"/>
          <p:cNvSpPr txBox="1"/>
          <p:nvPr/>
        </p:nvSpPr>
        <p:spPr>
          <a:xfrm>
            <a:off x="731520" y="777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F3EEE6"/>
                </a:solidFill>
              </a:rPr>
              <a:t>Visão do Projeto</a:t>
            </a:r>
            <a:endParaRPr lang="en-US" sz="2200" dirty="0"/>
          </a:p>
        </p:txBody>
      </p:sp>
      <p:sp>
        <p:nvSpPr>
          <p:cNvPr id="7" name="Título"/>
          <p:cNvSpPr txBox="1"/>
          <p:nvPr/>
        </p:nvSpPr>
        <p:spPr>
          <a:xfrm>
            <a:off x="73152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spc="200" kern="0" dirty="0">
                <a:solidFill>
                  <a:srgbClr val="F3EEE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INTERNACIONAL</a:t>
            </a:r>
            <a:endParaRPr lang="en-US" sz="6000" dirty="0"/>
          </a:p>
        </p:txBody>
      </p:sp>
      <p:sp>
        <p:nvSpPr>
          <p:cNvPr id="8" name="Objetivo"/>
          <p:cNvSpPr txBox="1"/>
          <p:nvPr/>
        </p:nvSpPr>
        <p:spPr>
          <a:xfrm>
            <a:off x="7315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Formar profissionais completos, capazes de:</a:t>
            </a:r>
            <a:endParaRPr lang="en-US" sz="2000" dirty="0"/>
          </a:p>
        </p:txBody>
      </p:sp>
      <p:sp>
        <p:nvSpPr>
          <p:cNvPr id="9" name="Lista visão"/>
          <p:cNvSpPr txBox="1"/>
          <p:nvPr/>
        </p:nvSpPr>
        <p:spPr>
          <a:xfrm>
            <a:off x="1005840" y="34290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Compreender profundamente a anatomia aplicada à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Atuar com segurança em procedimentos avançados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Integrar ciência, técnica e raciocínio clínico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Desenvolver pensamento crítico e responsabilidade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Ampliar sua visão profissional em um contexto internacional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Anatomia aplicada e hands-on</a:t>
            </a:r>
            <a:endParaRPr lang="en-US" sz="1600" dirty="0"/>
          </a:p>
        </p:txBody>
      </p:sp>
      <p:sp>
        <p:nvSpPr>
          <p:cNvPr id="4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5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6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8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0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2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4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685800"/>
            <a:ext cx="3182112" cy="547725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87452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65176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78892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4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32004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nacionais e internacionais</a:t>
            </a:r>
            <a:endParaRPr lang="en-US" sz="1400" dirty="0"/>
          </a:p>
        </p:txBody>
      </p:sp>
      <p:sp>
        <p:nvSpPr>
          <p:cNvPr id="9" name="Fio 2"/>
          <p:cNvSpPr/>
          <p:nvPr/>
        </p:nvSpPr>
        <p:spPr>
          <a:xfrm>
            <a:off x="731520" y="365760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731520" y="37947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400" dirty="0"/>
          </a:p>
        </p:txBody>
      </p:sp>
      <p:sp>
        <p:nvSpPr>
          <p:cNvPr id="11" name="Item 2 texto"/>
          <p:cNvSpPr txBox="1"/>
          <p:nvPr/>
        </p:nvSpPr>
        <p:spPr>
          <a:xfrm>
            <a:off x="731520" y="4206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400" dirty="0"/>
          </a:p>
        </p:txBody>
      </p:sp>
      <p:sp>
        <p:nvSpPr>
          <p:cNvPr id="12" name="Fio 3"/>
          <p:cNvSpPr/>
          <p:nvPr/>
        </p:nvSpPr>
        <p:spPr>
          <a:xfrm>
            <a:off x="731520" y="4663440"/>
            <a:ext cx="694944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73152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400" dirty="0"/>
          </a:p>
        </p:txBody>
      </p:sp>
      <p:sp>
        <p:nvSpPr>
          <p:cNvPr id="14" name="Item 3 texto"/>
          <p:cNvSpPr txBox="1"/>
          <p:nvPr/>
        </p:nvSpPr>
        <p:spPr>
          <a:xfrm>
            <a:off x="731520" y="5212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76072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Um momento desenhado para troca de experiências, visão de mercado e conexões profissionais relevantes.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resultado na prática</a:t>
            </a:r>
            <a:endParaRPr lang="en-US" sz="4400" dirty="0"/>
          </a:p>
        </p:txBody>
      </p:sp>
      <p:pic>
        <p:nvPicPr>
          <p:cNvPr id="3" name="Depoimento" descr="Mensagem de aluna: depois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4248" y="2057400"/>
            <a:ext cx="8229600" cy="246888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1984248" y="4846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Relato de aluna da Formação Internacional, enviado no grupo da turma.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2026-10-08T14:17:10Z</dcterms:created>
  <dcterms:modified xsi:type="dcterms:W3CDTF">2026-10-08T14:17:10Z</dcterms:modified>
</cp:coreProperties>
</file>