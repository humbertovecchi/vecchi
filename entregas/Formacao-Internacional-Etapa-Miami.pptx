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27af0fbe-db16-bc55-2bd1-393f973e3b53}">
          <p14:sldIdLst>
            <p14:sldId id="256"/>
            <p14:sldId id="257"/>
            <p14:sldId id="258"/>
            <p14:sldId id="259"/>
          </p14:sldIdLst>
        </p14:section>
        <p14:section name="A etapa" id="{1f3ca47f-40b3-434c-bd82-3a9d11258bf6}">
          <p14:sldIdLst>
            <p14:sldId id="260"/>
            <p14:sldId id="261"/>
            <p14:sldId id="262"/>
          </p14:sldIdLst>
        </p14:section>
        <p14:section name="Pessoas" id="{a7287e01-13cf-0921-6c86-504e4156c5d5}">
          <p14:sldIdLst>
            <p14:sldId id="263"/>
            <p14:sldId id="264"/>
            <p14:sldId id="265"/>
          </p14:sldIdLst>
        </p14:section>
        <p14:section name="Inscrição" id="{37d091c0-835b-f8f8-0222-65d507c432bd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 igual à do material original do Programa de Formação Internacional. É uma imagem única: para mudar o texto, edite no Canva e exporte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reservado para vídeo. Depois de inserir: aba Reprodução &gt; Iniciar: Automaticamente. Para vídeo de fundo sem som, marque 'Repetir até parar' e deixe o volume mudo.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Fale da segurança: entender a anatomia na peça real antes de aplicar no paciente. Se tiver os dados, cite o nome do laboratório, o tipo de specimen e quantos alunos por peça.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QR code e o número abrem o WhatsApp (62) 98515-0061 com a mensagem pronta: Olá, quero saber mais do Programa de Formação Internacional.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VRE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Título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NHO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Título</a:t>
            </a:r>
            <a:endParaRPr lang="en-US" sz="4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a.me/5562985150061?text=Ol%C3%A1%2C%20quero%20saber%20mais%20do%20Programa%20de%20Forma%C3%A7%C3%A3o%20Internacional" TargetMode="External"/><Relationship Id="rId3" Type="http://schemas.openxmlformats.org/officeDocument/2006/relationships/hyperlink" Target="https://wa.me/5562985150061?text=Ol%C3%A1%2C%20quero%20saber%20mais%20do%20Programa%20de%20Forma%C3%A7%C3%A3o%20Internacional" TargetMode="External"/><Relationship Id="rId2" Type="http://schemas.openxmlformats.org/officeDocument/2006/relationships/image" Target="../media/image-11-1.png"/><Relationship Id="rId4" Type="http://schemas.openxmlformats.org/officeDocument/2006/relationships/image" Target="../media/image-11-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apa Programa de Formação Internacional" descr="Capa: bandeira dos Estados Unidos à noite diante de um prédio com colunas e o título Programa de Formação Internacio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ndo prédio" descr="Fachada de prédio com colunas, à no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Escurecer fu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78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Bandeira" descr="Bandeira dos Estados Unidos tremulan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-137160"/>
            <a:ext cx="4937760" cy="3291840"/>
          </a:xfrm>
          <a:prstGeom prst="rect">
            <a:avLst/>
          </a:prstGeom>
        </p:spPr>
      </p:pic>
      <p:pic>
        <p:nvPicPr>
          <p:cNvPr id="5" name="Foto prática" descr="Profissional de touca e avental durante prática em laboratório de anatomi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3246120"/>
            <a:ext cx="3090672" cy="3611880"/>
          </a:xfrm>
          <a:prstGeom prst="rect">
            <a:avLst/>
          </a:prstGeom>
        </p:spPr>
      </p:pic>
      <p:sp>
        <p:nvSpPr>
          <p:cNvPr id="6" name="Pré-título"/>
          <p:cNvSpPr txBox="1"/>
          <p:nvPr/>
        </p:nvSpPr>
        <p:spPr>
          <a:xfrm>
            <a:off x="731520" y="777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spc="600" kern="0" dirty="0">
                <a:solidFill>
                  <a:srgbClr val="F3EEE6"/>
                </a:solidFill>
              </a:rPr>
              <a:t>Visão do Projeto</a:t>
            </a:r>
            <a:endParaRPr lang="en-US" sz="2200" dirty="0"/>
          </a:p>
        </p:txBody>
      </p:sp>
      <p:sp>
        <p:nvSpPr>
          <p:cNvPr id="7" name="Título"/>
          <p:cNvSpPr txBox="1"/>
          <p:nvPr/>
        </p:nvSpPr>
        <p:spPr>
          <a:xfrm>
            <a:off x="731520" y="12344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spc="200" kern="0" dirty="0">
                <a:solidFill>
                  <a:srgbClr val="F3EEE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INTERNACIONAL</a:t>
            </a:r>
            <a:endParaRPr lang="en-US" sz="6000" dirty="0"/>
          </a:p>
        </p:txBody>
      </p:sp>
      <p:sp>
        <p:nvSpPr>
          <p:cNvPr id="8" name="Objetivo"/>
          <p:cNvSpPr txBox="1"/>
          <p:nvPr/>
        </p:nvSpPr>
        <p:spPr>
          <a:xfrm>
            <a:off x="731520" y="2697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Formar profissionais completos, capazes de:</a:t>
            </a:r>
            <a:endParaRPr lang="en-US" sz="2000" dirty="0"/>
          </a:p>
        </p:txBody>
      </p:sp>
      <p:sp>
        <p:nvSpPr>
          <p:cNvPr id="9" name="Lista visão"/>
          <p:cNvSpPr txBox="1"/>
          <p:nvPr/>
        </p:nvSpPr>
        <p:spPr>
          <a:xfrm>
            <a:off x="1005840" y="3429000"/>
            <a:ext cx="7589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Compreender profundamente a anatomia aplicada à estética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Atuar com segurança em procedimentos avançados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Integrar ciência, técnica e raciocínio clínico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Desenvolver pensamento crítico e responsabilidade estética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Ampliar sua visão profissional em um contexto internacional</a:t>
            </a:r>
            <a:endParaRPr lang="en-US" sz="1800" dirty="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laboratório" descr="Dra. Rosana em laboratório de anatomia, ao lado de uma mesa de specim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0024" y="0"/>
            <a:ext cx="51435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1887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Programa de Formação Internacional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745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i="1" dirty="0">
                <a:solidFill>
                  <a:schemeClr val="accent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Etapa de</a:t>
            </a:r>
            <a:endParaRPr lang="en-US" sz="3400" dirty="0"/>
          </a:p>
        </p:txBody>
      </p:sp>
      <p:sp>
        <p:nvSpPr>
          <p:cNvPr id="5" name="Título"/>
          <p:cNvSpPr txBox="1"/>
          <p:nvPr/>
        </p:nvSpPr>
        <p:spPr>
          <a:xfrm>
            <a:off x="685800" y="237744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Miami</a:t>
            </a:r>
            <a:endParaRPr lang="en-US" sz="10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0690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Imersão de 3 dias com prática real em laboratório de specimen</a:t>
            </a:r>
            <a:endParaRPr lang="en-US" sz="1700" dirty="0"/>
          </a:p>
        </p:txBody>
      </p:sp>
      <p:sp>
        <p:nvSpPr>
          <p:cNvPr id="7" name="Fio"/>
          <p:cNvSpPr/>
          <p:nvPr/>
        </p:nvSpPr>
        <p:spPr>
          <a:xfrm>
            <a:off x="731520" y="5074920"/>
            <a:ext cx="822960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</a:ln>
        </p:spPr>
      </p:sp>
      <p:sp>
        <p:nvSpPr>
          <p:cNvPr id="8" name="Data"/>
          <p:cNvSpPr txBox="1"/>
          <p:nvPr/>
        </p:nvSpPr>
        <p:spPr>
          <a:xfrm>
            <a:off x="731520" y="52578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19, 20 e 21 de maio de 2027</a:t>
            </a:r>
            <a:endParaRPr lang="en-US" sz="24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" name="Área do vídeo"/>
          <p:cNvSpPr/>
          <p:nvPr/>
        </p:nvSpPr>
        <p:spPr>
          <a:xfrm>
            <a:off x="731520" y="640080"/>
            <a:ext cx="10725912" cy="55778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4" name="Instrução do vídeo"/>
          <p:cNvSpPr txBox="1"/>
          <p:nvPr/>
        </p:nvSpPr>
        <p:spPr>
          <a:xfrm>
            <a:off x="731520" y="640080"/>
            <a:ext cx="10725912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Insira aqui o vídeo</a:t>
            </a:r>
            <a:endParaRPr lang="en-US" sz="3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Inserir  ›  Vídeo  ›  Este dispositivo. Depois apague esta caixa e o retângulo.</a:t>
            </a:r>
            <a:endParaRPr lang="en-US" sz="3400" dirty="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Por que Miami?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Porque lá a anatomia sai do livro e vai para a peça anatômica real.</a:t>
            </a:r>
            <a:endParaRPr lang="en-US" sz="1800" dirty="0"/>
          </a:p>
        </p:txBody>
      </p:sp>
      <p:sp>
        <p:nvSpPr>
          <p:cNvPr id="4" name="Cartão No Brasil"/>
          <p:cNvSpPr/>
          <p:nvPr/>
        </p:nvSpPr>
        <p:spPr>
          <a:xfrm>
            <a:off x="731520" y="2423160"/>
            <a:ext cx="5239512" cy="37490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No Brasil título"/>
          <p:cNvSpPr txBox="1"/>
          <p:nvPr/>
        </p:nvSpPr>
        <p:spPr>
          <a:xfrm>
            <a:off x="1188720" y="274320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Brasil</a:t>
            </a:r>
            <a:endParaRPr lang="en-US" sz="3600" dirty="0"/>
          </a:p>
        </p:txBody>
      </p:sp>
      <p:sp>
        <p:nvSpPr>
          <p:cNvPr id="6" name="No Brasil fio 1"/>
          <p:cNvSpPr/>
          <p:nvPr/>
        </p:nvSpPr>
        <p:spPr>
          <a:xfrm>
            <a:off x="1188720" y="3611880"/>
            <a:ext cx="43251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No Brasil item 1"/>
          <p:cNvSpPr txBox="1"/>
          <p:nvPr/>
        </p:nvSpPr>
        <p:spPr>
          <a:xfrm>
            <a:off x="1188720" y="370332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Anatomia estudada em atlas, vídeos e modelos sintéticos</a:t>
            </a:r>
            <a:endParaRPr lang="en-US" sz="1500" dirty="0"/>
          </a:p>
        </p:txBody>
      </p:sp>
      <p:sp>
        <p:nvSpPr>
          <p:cNvPr id="8" name="No Brasil fio 2"/>
          <p:cNvSpPr/>
          <p:nvPr/>
        </p:nvSpPr>
        <p:spPr>
          <a:xfrm>
            <a:off x="1188720" y="4434840"/>
            <a:ext cx="43251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9" name="No Brasil item 2"/>
          <p:cNvSpPr txBox="1"/>
          <p:nvPr/>
        </p:nvSpPr>
        <p:spPr>
          <a:xfrm>
            <a:off x="1188720" y="452628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Acesso a peças anatômicas restrito, em geral, às universidades</a:t>
            </a:r>
            <a:endParaRPr lang="en-US" sz="1500" dirty="0"/>
          </a:p>
        </p:txBody>
      </p:sp>
      <p:sp>
        <p:nvSpPr>
          <p:cNvPr id="10" name="No Brasil fio 3"/>
          <p:cNvSpPr/>
          <p:nvPr/>
        </p:nvSpPr>
        <p:spPr>
          <a:xfrm>
            <a:off x="1188720" y="5257800"/>
            <a:ext cx="43251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1" name="No Brasil item 3"/>
          <p:cNvSpPr txBox="1"/>
          <p:nvPr/>
        </p:nvSpPr>
        <p:spPr>
          <a:xfrm>
            <a:off x="1188720" y="534924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A primeira prática costuma ser direto no paciente</a:t>
            </a:r>
            <a:endParaRPr lang="en-US" sz="1500" dirty="0"/>
          </a:p>
        </p:txBody>
      </p:sp>
      <p:sp>
        <p:nvSpPr>
          <p:cNvPr id="12" name="Cartão Em Miami"/>
          <p:cNvSpPr/>
          <p:nvPr/>
        </p:nvSpPr>
        <p:spPr>
          <a:xfrm>
            <a:off x="6217920" y="2423160"/>
            <a:ext cx="5239512" cy="37490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Em Miami título"/>
          <p:cNvSpPr txBox="1"/>
          <p:nvPr/>
        </p:nvSpPr>
        <p:spPr>
          <a:xfrm>
            <a:off x="6675120" y="274320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Em Miami</a:t>
            </a:r>
            <a:endParaRPr lang="en-US" sz="3600" dirty="0"/>
          </a:p>
        </p:txBody>
      </p:sp>
      <p:sp>
        <p:nvSpPr>
          <p:cNvPr id="14" name="Em Miami fio 1"/>
          <p:cNvSpPr/>
          <p:nvPr/>
        </p:nvSpPr>
        <p:spPr>
          <a:xfrm>
            <a:off x="6675120" y="3611880"/>
            <a:ext cx="432511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5" name="Em Miami item 1"/>
          <p:cNvSpPr txBox="1"/>
          <p:nvPr/>
        </p:nvSpPr>
        <p:spPr>
          <a:xfrm>
            <a:off x="6675120" y="370332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Hands-on em specimen, a peça anatômica real</a:t>
            </a:r>
            <a:endParaRPr lang="en-US" sz="1500" dirty="0"/>
          </a:p>
        </p:txBody>
      </p:sp>
      <p:sp>
        <p:nvSpPr>
          <p:cNvPr id="16" name="Em Miami fio 2"/>
          <p:cNvSpPr/>
          <p:nvPr/>
        </p:nvSpPr>
        <p:spPr>
          <a:xfrm>
            <a:off x="6675120" y="4434840"/>
            <a:ext cx="432511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7" name="Em Miami item 2"/>
          <p:cNvSpPr txBox="1"/>
          <p:nvPr/>
        </p:nvSpPr>
        <p:spPr>
          <a:xfrm>
            <a:off x="6675120" y="452628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Laboratório privado com estrutura para treinamento avançado</a:t>
            </a:r>
            <a:endParaRPr lang="en-US" sz="1500" dirty="0"/>
          </a:p>
        </p:txBody>
      </p:sp>
      <p:sp>
        <p:nvSpPr>
          <p:cNvPr id="18" name="Em Miami fio 3"/>
          <p:cNvSpPr/>
          <p:nvPr/>
        </p:nvSpPr>
        <p:spPr>
          <a:xfrm>
            <a:off x="6675120" y="5257800"/>
            <a:ext cx="432511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9" name="Em Miami item 3"/>
          <p:cNvSpPr txBox="1"/>
          <p:nvPr/>
        </p:nvSpPr>
        <p:spPr>
          <a:xfrm>
            <a:off x="6675120" y="534924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Você vê planos, vasos e áreas de risco antes de tocar no paciente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Programação prática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00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Anatomia aplicada e hands-on</a:t>
            </a:r>
            <a:endParaRPr lang="en-US" sz="1600" dirty="0"/>
          </a:p>
        </p:txBody>
      </p:sp>
      <p:sp>
        <p:nvSpPr>
          <p:cNvPr id="4" name="Fio 1"/>
          <p:cNvSpPr/>
          <p:nvPr/>
        </p:nvSpPr>
        <p:spPr>
          <a:xfrm>
            <a:off x="731520" y="2331720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5" name="Módulo 1"/>
          <p:cNvSpPr txBox="1"/>
          <p:nvPr/>
        </p:nvSpPr>
        <p:spPr>
          <a:xfrm>
            <a:off x="731520" y="2459736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Anatomia avançada de cabeça e pescoço aplicada a injetáveis</a:t>
            </a:r>
            <a:endParaRPr lang="en-US" sz="2400" dirty="0"/>
          </a:p>
        </p:txBody>
      </p:sp>
      <p:sp>
        <p:nvSpPr>
          <p:cNvPr id="6" name="Fio 2"/>
          <p:cNvSpPr/>
          <p:nvPr/>
        </p:nvSpPr>
        <p:spPr>
          <a:xfrm>
            <a:off x="731520" y="3118104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Módulo 2"/>
          <p:cNvSpPr txBox="1"/>
          <p:nvPr/>
        </p:nvSpPr>
        <p:spPr>
          <a:xfrm>
            <a:off x="731520" y="32461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Anatomia avançada de cabeça e pescoço aplicada a fios faciais</a:t>
            </a:r>
            <a:endParaRPr lang="en-US" sz="2400" dirty="0"/>
          </a:p>
        </p:txBody>
      </p:sp>
      <p:sp>
        <p:nvSpPr>
          <p:cNvPr id="8" name="Fio 3"/>
          <p:cNvSpPr/>
          <p:nvPr/>
        </p:nvSpPr>
        <p:spPr>
          <a:xfrm>
            <a:off x="731520" y="3904488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9" name="Módulo 3"/>
          <p:cNvSpPr txBox="1"/>
          <p:nvPr/>
        </p:nvSpPr>
        <p:spPr>
          <a:xfrm>
            <a:off x="731520" y="403250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Bioestimuladores faciais e corporais: fundamentos, indicações e limites</a:t>
            </a:r>
            <a:endParaRPr lang="en-US" sz="2400" dirty="0"/>
          </a:p>
        </p:txBody>
      </p:sp>
      <p:sp>
        <p:nvSpPr>
          <p:cNvPr id="10" name="Fio 4"/>
          <p:cNvSpPr/>
          <p:nvPr/>
        </p:nvSpPr>
        <p:spPr>
          <a:xfrm>
            <a:off x="731520" y="4690872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1" name="Módulo 4"/>
          <p:cNvSpPr txBox="1"/>
          <p:nvPr/>
        </p:nvSpPr>
        <p:spPr>
          <a:xfrm>
            <a:off x="731520" y="481888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Lifting facial com preenchedores: raciocínio anatômico e estrutural</a:t>
            </a:r>
            <a:endParaRPr lang="en-US" sz="2400" dirty="0"/>
          </a:p>
        </p:txBody>
      </p:sp>
      <p:sp>
        <p:nvSpPr>
          <p:cNvPr id="12" name="Fio 5"/>
          <p:cNvSpPr/>
          <p:nvPr/>
        </p:nvSpPr>
        <p:spPr>
          <a:xfrm>
            <a:off x="731520" y="5477256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3" name="Módulo 5"/>
          <p:cNvSpPr txBox="1"/>
          <p:nvPr/>
        </p:nvSpPr>
        <p:spPr>
          <a:xfrm>
            <a:off x="731520" y="560527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Full face: planejamento anatômico, segurança e naturalidade</a:t>
            </a:r>
            <a:endParaRPr lang="en-US" sz="2400" dirty="0"/>
          </a:p>
        </p:txBody>
      </p:sp>
      <p:sp>
        <p:nvSpPr>
          <p:cNvPr id="14" name="Fio final"/>
          <p:cNvSpPr/>
          <p:nvPr/>
        </p:nvSpPr>
        <p:spPr>
          <a:xfrm>
            <a:off x="731520" y="6263640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Da teoria à prática</a:t>
            </a:r>
            <a:endParaRPr lang="en-US" sz="4400" dirty="0"/>
          </a:p>
        </p:txBody>
      </p:sp>
      <p:sp>
        <p:nvSpPr>
          <p:cNvPr id="3" name="Cartão Boston"/>
          <p:cNvSpPr/>
          <p:nvPr/>
        </p:nvSpPr>
        <p:spPr>
          <a:xfrm>
            <a:off x="731520" y="2011680"/>
            <a:ext cx="5239512" cy="3840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Boston título"/>
          <p:cNvSpPr txBox="1"/>
          <p:nvPr/>
        </p:nvSpPr>
        <p:spPr>
          <a:xfrm>
            <a:off x="1188720" y="24231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Boston</a:t>
            </a:r>
            <a:endParaRPr lang="en-US" sz="4800" dirty="0"/>
          </a:p>
        </p:txBody>
      </p:sp>
      <p:sp>
        <p:nvSpPr>
          <p:cNvPr id="5" name="Boston subtítulo"/>
          <p:cNvSpPr txBox="1"/>
          <p:nvPr/>
        </p:nvSpPr>
        <p:spPr>
          <a:xfrm>
            <a:off x="1188720" y="33832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Teoria e anatomia demonstrativa</a:t>
            </a:r>
            <a:endParaRPr lang="en-US" sz="1600" dirty="0"/>
          </a:p>
        </p:txBody>
      </p:sp>
      <p:sp>
        <p:nvSpPr>
          <p:cNvPr id="6" name="Boston texto"/>
          <p:cNvSpPr txBox="1"/>
          <p:nvPr/>
        </p:nvSpPr>
        <p:spPr>
          <a:xfrm>
            <a:off x="1188720" y="397764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3 dias em ambiente acadêmico: aulas científicas, anatomy review com anatomista e demonstração de dissecação.</a:t>
            </a:r>
            <a:endParaRPr lang="en-US" sz="1400" dirty="0"/>
          </a:p>
        </p:txBody>
      </p:sp>
      <p:sp>
        <p:nvSpPr>
          <p:cNvPr id="7" name="Cartão Miami"/>
          <p:cNvSpPr/>
          <p:nvPr/>
        </p:nvSpPr>
        <p:spPr>
          <a:xfrm>
            <a:off x="6217920" y="2011680"/>
            <a:ext cx="5239512" cy="38404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Miami título"/>
          <p:cNvSpPr txBox="1"/>
          <p:nvPr/>
        </p:nvSpPr>
        <p:spPr>
          <a:xfrm>
            <a:off x="6675120" y="24231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Miami</a:t>
            </a:r>
            <a:endParaRPr lang="en-US" sz="4800" dirty="0"/>
          </a:p>
        </p:txBody>
      </p:sp>
      <p:sp>
        <p:nvSpPr>
          <p:cNvPr id="9" name="Miami subtítulo"/>
          <p:cNvSpPr txBox="1"/>
          <p:nvPr/>
        </p:nvSpPr>
        <p:spPr>
          <a:xfrm>
            <a:off x="6675120" y="33832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Prática real e hands-on</a:t>
            </a:r>
            <a:endParaRPr lang="en-US" sz="1600" dirty="0"/>
          </a:p>
        </p:txBody>
      </p:sp>
      <p:sp>
        <p:nvSpPr>
          <p:cNvPr id="10" name="Miami texto"/>
          <p:cNvSpPr txBox="1"/>
          <p:nvPr/>
        </p:nvSpPr>
        <p:spPr>
          <a:xfrm>
            <a:off x="6675120" y="397764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accent4"/>
                </a:solidFill>
              </a:rPr>
              <a:t>19, 20 e 21 de maio de 2027, em laboratório de specimen: anatomia aplicada e prática supervisionada dos procedimentos.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int Instagram" descr="Perfil @dra.rosanaa no Instagram, com 339 mil seguido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685800"/>
            <a:ext cx="3182112" cy="5477256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2B2A29">
                <a:alpha val="25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73152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tx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 poder do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Posicionamento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87452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Um programa realizado em Boston e Miami reúne, além do conteúdo técnico:</a:t>
            </a:r>
            <a:endParaRPr lang="en-US" sz="1500" dirty="0"/>
          </a:p>
        </p:txBody>
      </p:sp>
      <p:sp>
        <p:nvSpPr>
          <p:cNvPr id="6" name="Fio 1"/>
          <p:cNvSpPr/>
          <p:nvPr/>
        </p:nvSpPr>
        <p:spPr>
          <a:xfrm>
            <a:off x="731520" y="2651760"/>
            <a:ext cx="694944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Item 1 título"/>
          <p:cNvSpPr txBox="1"/>
          <p:nvPr/>
        </p:nvSpPr>
        <p:spPr>
          <a:xfrm>
            <a:off x="731520" y="278892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Doutores da estética</a:t>
            </a:r>
            <a:endParaRPr lang="en-US" sz="2400" dirty="0"/>
          </a:p>
        </p:txBody>
      </p:sp>
      <p:sp>
        <p:nvSpPr>
          <p:cNvPr id="8" name="Item 1 texto"/>
          <p:cNvSpPr txBox="1"/>
          <p:nvPr/>
        </p:nvSpPr>
        <p:spPr>
          <a:xfrm>
            <a:off x="731520" y="32004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nacionais e internacionais</a:t>
            </a:r>
            <a:endParaRPr lang="en-US" sz="1400" dirty="0"/>
          </a:p>
        </p:txBody>
      </p:sp>
      <p:sp>
        <p:nvSpPr>
          <p:cNvPr id="9" name="Fio 2"/>
          <p:cNvSpPr/>
          <p:nvPr/>
        </p:nvSpPr>
        <p:spPr>
          <a:xfrm>
            <a:off x="731520" y="3657600"/>
            <a:ext cx="694944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0" name="Item 2 título"/>
          <p:cNvSpPr txBox="1"/>
          <p:nvPr/>
        </p:nvSpPr>
        <p:spPr>
          <a:xfrm>
            <a:off x="731520" y="379476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Convidados</a:t>
            </a:r>
            <a:endParaRPr lang="en-US" sz="2400" dirty="0"/>
          </a:p>
        </p:txBody>
      </p:sp>
      <p:sp>
        <p:nvSpPr>
          <p:cNvPr id="11" name="Item 2 texto"/>
          <p:cNvSpPr txBox="1"/>
          <p:nvPr/>
        </p:nvSpPr>
        <p:spPr>
          <a:xfrm>
            <a:off x="731520" y="42062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com cases reais de sucesso na estética e no empreendedorismo</a:t>
            </a:r>
            <a:endParaRPr lang="en-US" sz="1400" dirty="0"/>
          </a:p>
        </p:txBody>
      </p:sp>
      <p:sp>
        <p:nvSpPr>
          <p:cNvPr id="12" name="Fio 3"/>
          <p:cNvSpPr/>
          <p:nvPr/>
        </p:nvSpPr>
        <p:spPr>
          <a:xfrm>
            <a:off x="731520" y="4663440"/>
            <a:ext cx="694944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3" name="Item 3 título"/>
          <p:cNvSpPr txBox="1"/>
          <p:nvPr/>
        </p:nvSpPr>
        <p:spPr>
          <a:xfrm>
            <a:off x="731520" y="48006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Palestrantes</a:t>
            </a:r>
            <a:endParaRPr lang="en-US" sz="2400" dirty="0"/>
          </a:p>
        </p:txBody>
      </p:sp>
      <p:sp>
        <p:nvSpPr>
          <p:cNvPr id="14" name="Item 3 texto"/>
          <p:cNvSpPr txBox="1"/>
          <p:nvPr/>
        </p:nvSpPr>
        <p:spPr>
          <a:xfrm>
            <a:off x="731520" y="52120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que atuam com carreira, posicionamento e autoridade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576072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Um momento desenhado para troca de experiências, visão de mercado e conexões profissionais relevantes.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da turma" descr="Turma da Formação Internacional reunida em uma escadaria, de uniforme vinho, segurando certificados e uma bandeira de Harv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0"/>
            <a:ext cx="67052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Quem já viveu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92024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2"/>
                </a:solidFill>
              </a:rPr>
              <a:t>Turma da Formação Internacional na etapa de Boston, com os certificados em mãos.</a:t>
            </a:r>
            <a:endParaRPr lang="en-US" sz="1700" dirty="0"/>
          </a:p>
        </p:txBody>
      </p:sp>
      <p:sp>
        <p:nvSpPr>
          <p:cNvPr id="5" name="Fio"/>
          <p:cNvSpPr/>
          <p:nvPr/>
        </p:nvSpPr>
        <p:spPr>
          <a:xfrm>
            <a:off x="731520" y="3977640"/>
            <a:ext cx="822960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1605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próxima etapa é em Miami.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7548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19, 20 e 21 de maio de 2027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 resultado na prática</a:t>
            </a:r>
            <a:endParaRPr lang="en-US" sz="4400" dirty="0"/>
          </a:p>
        </p:txBody>
      </p:sp>
      <p:pic>
        <p:nvPicPr>
          <p:cNvPr id="3" name="Depoimento" descr="Mensagem de aluna: depois da Formação Internacional, converteu o valor do curso em menos de 2 meses com 2 pac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4248" y="2057400"/>
            <a:ext cx="8229600" cy="246888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1984248" y="4846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Relato de aluna da Formação Internacional, enviado no grupo da turma.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tx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Etapa de Miami</a:t>
            </a:r>
            <a:endParaRPr lang="en-US" sz="2400" dirty="0"/>
          </a:p>
        </p:txBody>
      </p:sp>
      <p:sp>
        <p:nvSpPr>
          <p:cNvPr id="3" name="Chamada"/>
          <p:cNvSpPr txBox="1"/>
          <p:nvPr/>
        </p:nvSpPr>
        <p:spPr>
          <a:xfrm>
            <a:off x="731520" y="160020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Garanta sua vaga</a:t>
            </a:r>
            <a:endParaRPr lang="en-US" sz="6400" dirty="0"/>
          </a:p>
        </p:txBody>
      </p:sp>
      <p:sp>
        <p:nvSpPr>
          <p:cNvPr id="4" name="Data final"/>
          <p:cNvSpPr txBox="1"/>
          <p:nvPr/>
        </p:nvSpPr>
        <p:spPr>
          <a:xfrm>
            <a:off x="731520" y="28803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19, 20 e 21 de maio de 2027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4290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Vagas e investimento com a nossa equipe.</a:t>
            </a:r>
            <a:endParaRPr lang="en-US" sz="1500" dirty="0"/>
          </a:p>
        </p:txBody>
      </p:sp>
      <p:sp>
        <p:nvSpPr>
          <p:cNvPr id="6" name="Fio 1"/>
          <p:cNvSpPr/>
          <p:nvPr/>
        </p:nvSpPr>
        <p:spPr>
          <a:xfrm>
            <a:off x="731520" y="4206240"/>
            <a:ext cx="585216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Instagram"/>
          <p:cNvSpPr txBox="1"/>
          <p:nvPr/>
        </p:nvSpPr>
        <p:spPr>
          <a:xfrm>
            <a:off x="731520" y="43434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Instagram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@dra.rosanaa</a:t>
            </a:r>
            <a:endParaRPr lang="en-US" sz="1300" dirty="0"/>
          </a:p>
        </p:txBody>
      </p:sp>
      <p:sp>
        <p:nvSpPr>
          <p:cNvPr id="8" name="Fio 2"/>
          <p:cNvSpPr/>
          <p:nvPr/>
        </p:nvSpPr>
        <p:spPr>
          <a:xfrm>
            <a:off x="731520" y="4937760"/>
            <a:ext cx="585216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9" name="WhatsApp"/>
          <p:cNvSpPr txBox="1"/>
          <p:nvPr/>
        </p:nvSpPr>
        <p:spPr>
          <a:xfrm>
            <a:off x="731520" y="50749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WhatsApp   </a:t>
            </a:r>
            <a:pPr indent="0" marL="0">
              <a:buNone/>
            </a:pPr>
            <a:r>
              <a:rPr lang="en-US" sz="1800" u="sng" dirty="0">
                <a:solidFill>
                  <a:schemeClr val="tx1"/>
                </a:solidFill>
                <a:hlinkClick r:id="rId1" invalidUrl="" action="" tgtFrame="" tooltip="Falar no Whats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(62) 98515-0061</a:t>
            </a:r>
            <a:endParaRPr lang="en-US" sz="1300" dirty="0"/>
          </a:p>
        </p:txBody>
      </p:sp>
      <p:sp>
        <p:nvSpPr>
          <p:cNvPr id="10" name="Fio 3"/>
          <p:cNvSpPr/>
          <p:nvPr/>
        </p:nvSpPr>
        <p:spPr>
          <a:xfrm>
            <a:off x="731520" y="5669280"/>
            <a:ext cx="585216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1" name="Painel vinho"/>
          <p:cNvSpPr/>
          <p:nvPr/>
        </p:nvSpPr>
        <p:spPr>
          <a:xfrm>
            <a:off x="8001000" y="0"/>
            <a:ext cx="4190695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Fundo QR"/>
          <p:cNvSpPr/>
          <p:nvPr/>
        </p:nvSpPr>
        <p:spPr>
          <a:xfrm>
            <a:off x="8595360" y="1417320"/>
            <a:ext cx="3017520" cy="301752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3" name="QR code WhatsApp" descr="QR code que abre o WhatsApp (62) 98515-0061 com a mensagem: Olá, quero saber mais do Programa de Formação Internacional">
            <a:hlinkClick r:id="rId3" tooltip="Falar no WhatsAp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554480"/>
            <a:ext cx="2743200" cy="27432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595360" y="4663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Aponte a câmera do celular para falar com a equipe no WhatsApp</a:t>
            </a:r>
            <a:endParaRPr lang="en-US" sz="1300" dirty="0"/>
          </a:p>
        </p:txBody>
      </p:sp>
      <p:pic>
        <p:nvPicPr>
          <p:cNvPr id="15" name="Logo" descr="Logo Dra. Rosana Vecchi Cald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5532120"/>
            <a:ext cx="1005840" cy="100584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Formação Internacional">
  <a:themeElements>
    <a:clrScheme name="Formação Internacional">
      <a:dk1>
        <a:srgbClr val="2B2A29"/>
      </a:dk1>
      <a:lt1>
        <a:srgbClr val="FFFFFF"/>
      </a:lt1>
      <a:dk2>
        <a:srgbClr val="7D7771"/>
      </a:dk2>
      <a:lt2>
        <a:srgbClr val="F6F3EE"/>
      </a:lt2>
      <a:accent1>
        <a:srgbClr val="5E1A2A"/>
      </a:accent1>
      <a:accent2>
        <a:srgbClr val="B49A74"/>
      </a:accent2>
      <a:accent3>
        <a:srgbClr val="E7E1D8"/>
      </a:accent3>
      <a:accent4>
        <a:srgbClr val="D9C9C3"/>
      </a:accent4>
      <a:accent5>
        <a:srgbClr val="47131F"/>
      </a:accent5>
      <a:accent6>
        <a:srgbClr val="FBF9F6"/>
      </a:accent6>
      <a:hlink>
        <a:srgbClr val="5E1A2A"/>
      </a:hlink>
      <a:folHlink>
        <a:srgbClr val="47131F"/>
      </a:folHlink>
    </a:clrScheme>
    <a:fontScheme name="Formação Internacional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Programa de Formação Internacional – Etapa de Miami</dc:title>
  <dc:subject>PptxGenJS Presentation</dc:subject>
  <dc:creator>Dra. Rosana Vecchi</dc:creator>
  <cp:lastModifiedBy>Dra. Rosana Vecchi</cp:lastModifiedBy>
  <cp:revision>1</cp:revision>
  <dcterms:created xsi:type="dcterms:W3CDTF">2026-10-08T14:14:12Z</dcterms:created>
  <dcterms:modified xsi:type="dcterms:W3CDTF">2026-10-08T14:14:12Z</dcterms:modified>
</cp:coreProperties>
</file>