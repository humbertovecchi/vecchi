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8db23bf-b575-e0d9-8825-af3155b99cfc}">
          <p14:sldIdLst>
            <p14:sldId id="256"/>
            <p14:sldId id="257"/>
          </p14:sldIdLst>
        </p14:section>
        <p14:section name="A etapa" id="{e7a46f68-b52f-b69f-d9fa-03a1fce96690}">
          <p14:sldIdLst>
            <p14:sldId id="258"/>
            <p14:sldId id="259"/>
            <p14:sldId id="260"/>
          </p14:sldIdLst>
        </p14:section>
        <p14:section name="Pessoas" id="{8a1d7c1e-3a83-56c0-7d02-850ed7a5a442}">
          <p14:sldIdLst>
            <p14:sldId id="261"/>
            <p14:sldId id="262"/>
            <p14:sldId id="263"/>
          </p14:sldIdLst>
        </p14:section>
        <p14:section name="Inscrição" id="{93583069-0c84-0e9c-3370-f9b3f0ff11fe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Para abrir com vídeo, insira o vídeo atrás do texto (Inserir &gt; Vídeo) e envie para trás (Organizar &gt; Enviar para trás).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reservado para vídeo (laboratório, Miami ou o vídeo 3D das camadas da pele). Depois de inserir: aba Reprodução &gt; Iniciar: Automaticamente. Para vídeo de fundo sem som, marque também 'Repetir até parar' e deixe o volume mudo.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que a aluna autorizou o uso do relato antes de divulgar este material fora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Troque o número de WhatsApp pelo número real da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TÍTULO</a:t>
            </a: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640080" y="6355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PROGRAMA DE FORMAÇÃO INTERNACIONAL  ·  ETAPA DE MIAMI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iami" descr="Prédios de Miami vistos da ru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Escurecer foto"/>
          <p:cNvSpPr/>
          <p:nvPr/>
        </p:nvSpPr>
        <p:spPr>
          <a:xfrm>
            <a:off x="7050024" y="0"/>
            <a:ext cx="5143500" cy="6858000"/>
          </a:xfrm>
          <a:prstGeom prst="rect">
            <a:avLst/>
          </a:prstGeom>
          <a:solidFill>
            <a:schemeClr val="tx1">
              <a:alpha val="55000"/>
            </a:schemeClr>
          </a:solidFill>
          <a:ln w="12700">
            <a:solidFill>
              <a:schemeClr val="tx1">
                <a:alpha val="0"/>
              </a:schemeClr>
            </a:solidFill>
            <a:prstDash val="solid"/>
          </a:ln>
        </p:spPr>
      </p:sp>
      <p:pic>
        <p:nvPicPr>
          <p:cNvPr id="4" name="Bandeira" descr="Bandeira dos Estados Unidos tremul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28600"/>
            <a:ext cx="4206240" cy="2807208"/>
          </a:xfrm>
          <a:prstGeom prst="rect">
            <a:avLst/>
          </a:prstGeom>
        </p:spPr>
      </p:pic>
      <p:sp>
        <p:nvSpPr>
          <p:cNvPr id="5" name="Programa"/>
          <p:cNvSpPr txBox="1"/>
          <p:nvPr/>
        </p:nvSpPr>
        <p:spPr>
          <a:xfrm>
            <a:off x="640080" y="1417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chemeClr val="accent4"/>
                </a:solidFill>
              </a:rPr>
              <a:t>PROGRAMA DE FORMAÇÃO INTERNACIONAL</a:t>
            </a:r>
            <a:endParaRPr lang="en-US" sz="1200" dirty="0"/>
          </a:p>
        </p:txBody>
      </p:sp>
      <p:sp>
        <p:nvSpPr>
          <p:cNvPr id="6" name="Etapa de"/>
          <p:cNvSpPr txBox="1"/>
          <p:nvPr/>
        </p:nvSpPr>
        <p:spPr>
          <a:xfrm>
            <a:off x="640080" y="2148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Etapa de</a:t>
            </a:r>
            <a:endParaRPr lang="en-US" sz="3000" dirty="0"/>
          </a:p>
        </p:txBody>
      </p:sp>
      <p:sp>
        <p:nvSpPr>
          <p:cNvPr id="7" name="Título da capa"/>
          <p:cNvSpPr txBox="1"/>
          <p:nvPr/>
        </p:nvSpPr>
        <p:spPr>
          <a:xfrm>
            <a:off x="548640" y="265176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spc="6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MIAMI</a:t>
            </a:r>
            <a:endParaRPr lang="en-US" sz="11000" dirty="0"/>
          </a:p>
        </p:txBody>
      </p:sp>
      <p:sp>
        <p:nvSpPr>
          <p:cNvPr id="8" name="Subtítulo"/>
          <p:cNvSpPr txBox="1"/>
          <p:nvPr/>
        </p:nvSpPr>
        <p:spPr>
          <a:xfrm>
            <a:off x="640080" y="42976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Imersão de 3 dias com prática real em laboratório de specimen</a:t>
            </a:r>
            <a:endParaRPr lang="en-US" sz="1800" dirty="0"/>
          </a:p>
        </p:txBody>
      </p:sp>
      <p:pic>
        <p:nvPicPr>
          <p:cNvPr id="9" name="Logo" descr="Logo Dra. Rosana Vecchi Cald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1051560" cy="105156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Área do vídeo"/>
          <p:cNvSpPr/>
          <p:nvPr/>
        </p:nvSpPr>
        <p:spPr>
          <a:xfrm>
            <a:off x="640080" y="548640"/>
            <a:ext cx="10908792" cy="576072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" name="Instrução do vídeo"/>
          <p:cNvSpPr txBox="1"/>
          <p:nvPr/>
        </p:nvSpPr>
        <p:spPr>
          <a:xfrm>
            <a:off x="640080" y="548640"/>
            <a:ext cx="1090879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Insira aqui o vídeo</a:t>
            </a:r>
            <a:endParaRPr lang="en-US" sz="30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Inserir  ›  Vídeo  ›  Este dispositivo. Depois apague esta caixa e o retângulo.</a:t>
            </a:r>
            <a:endParaRPr lang="en-US" sz="30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laboratório" descr="Dra. Rosana em laboratório de anatomia, ao lado de uma mesa de specim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Rótulo"/>
          <p:cNvSpPr txBox="1"/>
          <p:nvPr/>
        </p:nvSpPr>
        <p:spPr>
          <a:xfrm>
            <a:off x="640080" y="5029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chemeClr val="accent1"/>
                </a:solidFill>
              </a:rPr>
              <a:t>A ETAPA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MIAMI?</a:t>
            </a:r>
            <a:endParaRPr lang="en-US" sz="3200" dirty="0"/>
          </a:p>
        </p:txBody>
      </p:sp>
      <p:sp>
        <p:nvSpPr>
          <p:cNvPr id="5" name="Texto Miami"/>
          <p:cNvSpPr txBox="1"/>
          <p:nvPr/>
        </p:nvSpPr>
        <p:spPr>
          <a:xfrm>
            <a:off x="640080" y="192024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Nos Estados Unidos, laboratórios privados de anatomia oferecem estrutura para treinamento hands-on em specimen, a peça anatômica real. Em Miami, o conteúdo científico vira prática supervisionada.</a:t>
            </a:r>
            <a:endParaRPr lang="en-US" sz="1700" dirty="0"/>
          </a:p>
        </p:txBody>
      </p:sp>
      <p:sp>
        <p:nvSpPr>
          <p:cNvPr id="6" name="Número 1"/>
          <p:cNvSpPr txBox="1"/>
          <p:nvPr/>
        </p:nvSpPr>
        <p:spPr>
          <a:xfrm>
            <a:off x="640080" y="370332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8000" dirty="0"/>
          </a:p>
        </p:txBody>
      </p:sp>
      <p:sp>
        <p:nvSpPr>
          <p:cNvPr id="7" name="Legenda 1"/>
          <p:cNvSpPr txBox="1"/>
          <p:nvPr/>
        </p:nvSpPr>
        <p:spPr>
          <a:xfrm>
            <a:off x="640080" y="48920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chemeClr val="bg1"/>
                </a:solidFill>
              </a:rPr>
              <a:t>DIAS DE IMERSÃO</a:t>
            </a:r>
            <a:endParaRPr lang="en-US" sz="1200" dirty="0"/>
          </a:p>
        </p:txBody>
      </p:sp>
      <p:sp>
        <p:nvSpPr>
          <p:cNvPr id="8" name="Número 2"/>
          <p:cNvSpPr txBox="1"/>
          <p:nvPr/>
        </p:nvSpPr>
        <p:spPr>
          <a:xfrm>
            <a:off x="3566160" y="370332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8000" dirty="0"/>
          </a:p>
        </p:txBody>
      </p:sp>
      <p:sp>
        <p:nvSpPr>
          <p:cNvPr id="9" name="Legenda 2"/>
          <p:cNvSpPr txBox="1"/>
          <p:nvPr/>
        </p:nvSpPr>
        <p:spPr>
          <a:xfrm>
            <a:off x="3566160" y="48920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chemeClr val="bg1"/>
                </a:solidFill>
              </a:rPr>
              <a:t>MÓDULOS PRÁTICOS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ustração anatômica" descr="Ilustração anatômica de cabeça e pescoço com músculos, artérias e ve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8664" y="0"/>
            <a:ext cx="4594860" cy="6858000"/>
          </a:xfrm>
          <a:prstGeom prst="rect">
            <a:avLst/>
          </a:prstGeom>
        </p:spPr>
      </p:pic>
      <p:sp>
        <p:nvSpPr>
          <p:cNvPr id="3" name="Rótulo"/>
          <p:cNvSpPr txBox="1"/>
          <p:nvPr/>
        </p:nvSpPr>
        <p:spPr>
          <a:xfrm>
            <a:off x="640080" y="5029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chemeClr val="accent1"/>
                </a:solidFill>
              </a:rPr>
              <a:t>ANATOMIA APLICADA E HANDS-ON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PROGRAMAÇÃO PRÁTICA</a:t>
            </a:r>
            <a:endParaRPr lang="en-US" sz="3200" dirty="0"/>
          </a:p>
        </p:txBody>
      </p:sp>
      <p:sp>
        <p:nvSpPr>
          <p:cNvPr id="5" name="Módulo 1 número"/>
          <p:cNvSpPr txBox="1"/>
          <p:nvPr/>
        </p:nvSpPr>
        <p:spPr>
          <a:xfrm>
            <a:off x="640080" y="19659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Módulo 1"/>
          <p:cNvSpPr txBox="1"/>
          <p:nvPr/>
        </p:nvSpPr>
        <p:spPr>
          <a:xfrm>
            <a:off x="1463040" y="196596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Anatomia avançada de cabeça e pescoço aplicada a injetáveis</a:t>
            </a:r>
            <a:endParaRPr lang="en-US" sz="1600" dirty="0"/>
          </a:p>
        </p:txBody>
      </p:sp>
      <p:sp>
        <p:nvSpPr>
          <p:cNvPr id="7" name="Módulo 2 número"/>
          <p:cNvSpPr txBox="1"/>
          <p:nvPr/>
        </p:nvSpPr>
        <p:spPr>
          <a:xfrm>
            <a:off x="640080" y="275234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8" name="Módulo 2"/>
          <p:cNvSpPr txBox="1"/>
          <p:nvPr/>
        </p:nvSpPr>
        <p:spPr>
          <a:xfrm>
            <a:off x="1463040" y="2752344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Anatomia avançada de cabeça e pescoço aplicada a fios faciais</a:t>
            </a:r>
            <a:endParaRPr lang="en-US" sz="1600" dirty="0"/>
          </a:p>
        </p:txBody>
      </p:sp>
      <p:sp>
        <p:nvSpPr>
          <p:cNvPr id="9" name="Módulo 3 número"/>
          <p:cNvSpPr txBox="1"/>
          <p:nvPr/>
        </p:nvSpPr>
        <p:spPr>
          <a:xfrm>
            <a:off x="640080" y="35387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0" name="Módulo 3"/>
          <p:cNvSpPr txBox="1"/>
          <p:nvPr/>
        </p:nvSpPr>
        <p:spPr>
          <a:xfrm>
            <a:off x="1463040" y="353872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Bioestimuladores faciais e corporais: fundamentos, indicações e limites</a:t>
            </a:r>
            <a:endParaRPr lang="en-US" sz="1600" dirty="0"/>
          </a:p>
        </p:txBody>
      </p:sp>
      <p:sp>
        <p:nvSpPr>
          <p:cNvPr id="11" name="Módulo 4 número"/>
          <p:cNvSpPr txBox="1"/>
          <p:nvPr/>
        </p:nvSpPr>
        <p:spPr>
          <a:xfrm>
            <a:off x="640080" y="43251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600" dirty="0"/>
          </a:p>
        </p:txBody>
      </p:sp>
      <p:sp>
        <p:nvSpPr>
          <p:cNvPr id="12" name="Módulo 4"/>
          <p:cNvSpPr txBox="1"/>
          <p:nvPr/>
        </p:nvSpPr>
        <p:spPr>
          <a:xfrm>
            <a:off x="1463040" y="4325112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Lifting facial com preenchedores: raciocínio anatômico e estrutural</a:t>
            </a:r>
            <a:endParaRPr lang="en-US" sz="1600" dirty="0"/>
          </a:p>
        </p:txBody>
      </p:sp>
      <p:sp>
        <p:nvSpPr>
          <p:cNvPr id="13" name="Módulo 5 número"/>
          <p:cNvSpPr txBox="1"/>
          <p:nvPr/>
        </p:nvSpPr>
        <p:spPr>
          <a:xfrm>
            <a:off x="640080" y="511149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600" dirty="0"/>
          </a:p>
        </p:txBody>
      </p:sp>
      <p:sp>
        <p:nvSpPr>
          <p:cNvPr id="14" name="Módulo 5"/>
          <p:cNvSpPr txBox="1"/>
          <p:nvPr/>
        </p:nvSpPr>
        <p:spPr>
          <a:xfrm>
            <a:off x="1463040" y="5111496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Full face: planejamento anatômico, segurança e naturalidade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640080" y="5029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chemeClr val="accent1"/>
                </a:solidFill>
              </a:rPr>
              <a:t>O PROGRAMA COMPLETO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TEORIA À PRÁTICA</a:t>
            </a:r>
            <a:endParaRPr lang="en-US" sz="3200" dirty="0"/>
          </a:p>
        </p:txBody>
      </p:sp>
      <p:sp>
        <p:nvSpPr>
          <p:cNvPr id="4" name="Cartão Etapa de Boston"/>
          <p:cNvSpPr/>
          <p:nvPr/>
        </p:nvSpPr>
        <p:spPr>
          <a:xfrm>
            <a:off x="640080" y="2103120"/>
            <a:ext cx="5303520" cy="356616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Etapa de Boston rótulo"/>
          <p:cNvSpPr txBox="1"/>
          <p:nvPr/>
        </p:nvSpPr>
        <p:spPr>
          <a:xfrm>
            <a:off x="1051560" y="25146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chemeClr val="accent4"/>
                </a:solidFill>
              </a:rPr>
              <a:t>ETAPA DE BOSTON</a:t>
            </a:r>
            <a:endParaRPr lang="en-US" sz="1200" dirty="0"/>
          </a:p>
        </p:txBody>
      </p:sp>
      <p:sp>
        <p:nvSpPr>
          <p:cNvPr id="6" name="Etapa de Boston título"/>
          <p:cNvSpPr txBox="1"/>
          <p:nvPr/>
        </p:nvSpPr>
        <p:spPr>
          <a:xfrm>
            <a:off x="1051560" y="29718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Teoria e anatomia demonstrativa</a:t>
            </a:r>
            <a:endParaRPr lang="en-US" sz="2800" dirty="0"/>
          </a:p>
        </p:txBody>
      </p:sp>
      <p:sp>
        <p:nvSpPr>
          <p:cNvPr id="7" name="Etapa de Boston texto"/>
          <p:cNvSpPr txBox="1"/>
          <p:nvPr/>
        </p:nvSpPr>
        <p:spPr>
          <a:xfrm>
            <a:off x="1051560" y="41605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3 dias em ambiente acadêmico: aulas científicas, anatomy review com anatomista e demonstração de dissecação.</a:t>
            </a:r>
            <a:endParaRPr lang="en-US" sz="1500" dirty="0"/>
          </a:p>
        </p:txBody>
      </p:sp>
      <p:sp>
        <p:nvSpPr>
          <p:cNvPr id="8" name="Cartão Etapa de Miami"/>
          <p:cNvSpPr/>
          <p:nvPr/>
        </p:nvSpPr>
        <p:spPr>
          <a:xfrm>
            <a:off x="6245352" y="2103120"/>
            <a:ext cx="5303520" cy="35661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Etapa de Miami rótulo"/>
          <p:cNvSpPr txBox="1"/>
          <p:nvPr/>
        </p:nvSpPr>
        <p:spPr>
          <a:xfrm>
            <a:off x="6656832" y="25146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chemeClr val="bg1"/>
                </a:solidFill>
              </a:rPr>
              <a:t>ETAPA DE MIAMI</a:t>
            </a:r>
            <a:endParaRPr lang="en-US" sz="1200" dirty="0"/>
          </a:p>
        </p:txBody>
      </p:sp>
      <p:sp>
        <p:nvSpPr>
          <p:cNvPr id="10" name="Etapa de Miami título"/>
          <p:cNvSpPr txBox="1"/>
          <p:nvPr/>
        </p:nvSpPr>
        <p:spPr>
          <a:xfrm>
            <a:off x="6656832" y="29718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Prática real e hands-on</a:t>
            </a:r>
            <a:endParaRPr lang="en-US" sz="2800" dirty="0"/>
          </a:p>
        </p:txBody>
      </p:sp>
      <p:sp>
        <p:nvSpPr>
          <p:cNvPr id="11" name="Etapa de Miami texto"/>
          <p:cNvSpPr txBox="1"/>
          <p:nvPr/>
        </p:nvSpPr>
        <p:spPr>
          <a:xfrm>
            <a:off x="6656832" y="41605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3 dias em laboratório de specimen: anatomia aplicada e prática supervisionada dos procedimentos.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prática" descr="Profissional de touca e avental realizando procedimento em laboratór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914400"/>
            <a:ext cx="4251960" cy="5623560"/>
          </a:xfrm>
          <a:prstGeom prst="rect">
            <a:avLst/>
          </a:prstGeom>
        </p:spPr>
      </p:pic>
      <p:sp>
        <p:nvSpPr>
          <p:cNvPr id="3" name="Rótulo"/>
          <p:cNvSpPr txBox="1"/>
          <p:nvPr/>
        </p:nvSpPr>
        <p:spPr>
          <a:xfrm>
            <a:off x="640080" y="5029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chemeClr val="accent1"/>
                </a:solidFill>
              </a:rPr>
              <a:t>QUEM ENSINA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SPEAKERS</a:t>
            </a:r>
            <a:endParaRPr lang="en-US" sz="3200" dirty="0"/>
          </a:p>
        </p:txBody>
      </p:sp>
      <p:sp>
        <p:nvSpPr>
          <p:cNvPr id="5" name="Introdução speakers"/>
          <p:cNvSpPr txBox="1"/>
          <p:nvPr/>
        </p:nvSpPr>
        <p:spPr>
          <a:xfrm>
            <a:off x="640080" y="19202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O programa seleciona profissionais com técnicas consolidadas no mercado, para que você amplie seu conhecimento:</a:t>
            </a:r>
            <a:endParaRPr lang="en-US" sz="1600" dirty="0"/>
          </a:p>
        </p:txBody>
      </p:sp>
      <p:sp>
        <p:nvSpPr>
          <p:cNvPr id="6" name="Lista speakers"/>
          <p:cNvSpPr txBox="1"/>
          <p:nvPr/>
        </p:nvSpPr>
        <p:spPr>
          <a:xfrm>
            <a:off x="640080" y="2880360"/>
            <a:ext cx="6217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Profissionais brasileiros reconhecidos na estética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Convidados internacionais com atuação clínica e educacional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Especialistas em anatomia, estética avançada e prática segura</a:t>
            </a:r>
            <a:endParaRPr lang="en-US" sz="1600" dirty="0"/>
          </a:p>
        </p:txBody>
      </p:sp>
      <p:sp>
        <p:nvSpPr>
          <p:cNvPr id="7" name="Nota speakers"/>
          <p:cNvSpPr txBox="1"/>
          <p:nvPr/>
        </p:nvSpPr>
        <p:spPr>
          <a:xfrm>
            <a:off x="640080" y="480060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Os conteúdos são selecionados para manter coerência científica, profundidade técnica e aplicabilidade clínica.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int Instagram" descr="Perfil @dra.rosanaa no Instagram, com 339 mil seguid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548640"/>
            <a:ext cx="3182112" cy="5477256"/>
          </a:xfrm>
          <a:prstGeom prst="rect">
            <a:avLst/>
          </a:prstGeom>
        </p:spPr>
      </p:pic>
      <p:sp>
        <p:nvSpPr>
          <p:cNvPr id="3" name="Rótulo"/>
          <p:cNvSpPr txBox="1"/>
          <p:nvPr/>
        </p:nvSpPr>
        <p:spPr>
          <a:xfrm>
            <a:off x="640080" y="5029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chemeClr val="accent1"/>
                </a:solidFill>
              </a:rPr>
              <a:t>O PODER DO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POSICIONAMENTO</a:t>
            </a:r>
            <a:endParaRPr lang="en-US" sz="3200" dirty="0"/>
          </a:p>
        </p:txBody>
      </p:sp>
      <p:sp>
        <p:nvSpPr>
          <p:cNvPr id="5" name="Introdução posicionamento"/>
          <p:cNvSpPr txBox="1"/>
          <p:nvPr/>
        </p:nvSpPr>
        <p:spPr>
          <a:xfrm>
            <a:off x="640080" y="19202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Um programa realizado em Boston e Miami reúne, além do conteúdo técnico:</a:t>
            </a:r>
            <a:endParaRPr lang="en-US" sz="1600" dirty="0"/>
          </a:p>
        </p:txBody>
      </p:sp>
      <p:sp>
        <p:nvSpPr>
          <p:cNvPr id="6" name="Item 1 título"/>
          <p:cNvSpPr txBox="1"/>
          <p:nvPr/>
        </p:nvSpPr>
        <p:spPr>
          <a:xfrm>
            <a:off x="640080" y="26974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Doutores da estética</a:t>
            </a:r>
            <a:endParaRPr lang="en-US" sz="2000" dirty="0"/>
          </a:p>
        </p:txBody>
      </p:sp>
      <p:sp>
        <p:nvSpPr>
          <p:cNvPr id="7" name="Item 1 texto"/>
          <p:cNvSpPr txBox="1"/>
          <p:nvPr/>
        </p:nvSpPr>
        <p:spPr>
          <a:xfrm>
            <a:off x="640080" y="308152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nacionais e internacionais</a:t>
            </a:r>
            <a:endParaRPr lang="en-US" sz="1500" dirty="0"/>
          </a:p>
        </p:txBody>
      </p:sp>
      <p:sp>
        <p:nvSpPr>
          <p:cNvPr id="8" name="Item 2 título"/>
          <p:cNvSpPr txBox="1"/>
          <p:nvPr/>
        </p:nvSpPr>
        <p:spPr>
          <a:xfrm>
            <a:off x="640080" y="36576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Convidados</a:t>
            </a:r>
            <a:endParaRPr lang="en-US" sz="2000" dirty="0"/>
          </a:p>
        </p:txBody>
      </p:sp>
      <p:sp>
        <p:nvSpPr>
          <p:cNvPr id="9" name="Item 2 texto"/>
          <p:cNvSpPr txBox="1"/>
          <p:nvPr/>
        </p:nvSpPr>
        <p:spPr>
          <a:xfrm>
            <a:off x="640080" y="40416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com cases reais de sucesso na estética e no empreendedorismo</a:t>
            </a:r>
            <a:endParaRPr lang="en-US" sz="1500" dirty="0"/>
          </a:p>
        </p:txBody>
      </p:sp>
      <p:sp>
        <p:nvSpPr>
          <p:cNvPr id="10" name="Item 3 título"/>
          <p:cNvSpPr txBox="1"/>
          <p:nvPr/>
        </p:nvSpPr>
        <p:spPr>
          <a:xfrm>
            <a:off x="640080" y="4617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Palestrantes</a:t>
            </a:r>
            <a:endParaRPr lang="en-US" sz="2000" dirty="0"/>
          </a:p>
        </p:txBody>
      </p:sp>
      <p:sp>
        <p:nvSpPr>
          <p:cNvPr id="11" name="Item 3 texto"/>
          <p:cNvSpPr txBox="1"/>
          <p:nvPr/>
        </p:nvSpPr>
        <p:spPr>
          <a:xfrm>
            <a:off x="640080" y="5001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que atuam com carreira, posicionamento e autoridade</a:t>
            </a:r>
            <a:endParaRPr lang="en-US" sz="1500" dirty="0"/>
          </a:p>
        </p:txBody>
      </p:sp>
      <p:sp>
        <p:nvSpPr>
          <p:cNvPr id="12" name="Nota posicionamento"/>
          <p:cNvSpPr txBox="1"/>
          <p:nvPr/>
        </p:nvSpPr>
        <p:spPr>
          <a:xfrm>
            <a:off x="640080" y="56235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Um momento desenhado para troca de experiências, visão de mercado e conexões profissionais relevantes.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640080" y="5029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chemeClr val="accent1"/>
                </a:solidFill>
              </a:rPr>
              <a:t>QUEM JÁ VIVEU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spc="200" kern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RESULTADO NA PRÁTICA</a:t>
            </a:r>
            <a:endParaRPr lang="en-US" sz="3200" dirty="0"/>
          </a:p>
        </p:txBody>
      </p:sp>
      <p:pic>
        <p:nvPicPr>
          <p:cNvPr id="4" name="Depoimento" descr="Mensagem de aluna: depois da Formação Internacional, converteu o valor do curso em menos de 2 meses com 2 pac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2194560"/>
            <a:ext cx="8229600" cy="2468880"/>
          </a:xfrm>
          <a:prstGeom prst="rect">
            <a:avLst/>
          </a:prstGeom>
        </p:spPr>
      </p:pic>
      <p:sp>
        <p:nvSpPr>
          <p:cNvPr id="5" name="Legenda depoimento"/>
          <p:cNvSpPr txBox="1"/>
          <p:nvPr/>
        </p:nvSpPr>
        <p:spPr>
          <a:xfrm>
            <a:off x="1984248" y="4892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Relato de aluna da Formação Internacional, enviado no grupo da turma.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ndeira" descr="Bandeira dos Estados Unidos tremulan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822960"/>
            <a:ext cx="5760720" cy="3840480"/>
          </a:xfrm>
          <a:prstGeom prst="rect">
            <a:avLst/>
          </a:prstGeom>
        </p:spPr>
      </p:pic>
      <p:sp>
        <p:nvSpPr>
          <p:cNvPr id="3" name="Rótulo final"/>
          <p:cNvSpPr txBox="1"/>
          <p:nvPr/>
        </p:nvSpPr>
        <p:spPr>
          <a:xfrm>
            <a:off x="640080" y="1280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700" kern="0" dirty="0">
                <a:solidFill>
                  <a:schemeClr val="accent1"/>
                </a:solidFill>
              </a:rPr>
              <a:t>ETAPA DE MIAMI</a:t>
            </a:r>
            <a:endParaRPr lang="en-US" sz="1200" dirty="0"/>
          </a:p>
        </p:txBody>
      </p:sp>
      <p:sp>
        <p:nvSpPr>
          <p:cNvPr id="4" name="Chamada"/>
          <p:cNvSpPr txBox="1"/>
          <p:nvPr/>
        </p:nvSpPr>
        <p:spPr>
          <a:xfrm>
            <a:off x="640080" y="17830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Garanta sua vaga</a:t>
            </a:r>
            <a:endParaRPr lang="en-US" sz="5400" dirty="0"/>
          </a:p>
        </p:txBody>
      </p:sp>
      <p:sp>
        <p:nvSpPr>
          <p:cNvPr id="5" name="Texto final"/>
          <p:cNvSpPr txBox="1"/>
          <p:nvPr/>
        </p:nvSpPr>
        <p:spPr>
          <a:xfrm>
            <a:off x="640080" y="30175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Datas, vagas e investimento com a nossa equipe.</a:t>
            </a:r>
            <a:endParaRPr lang="en-US" sz="1800" dirty="0"/>
          </a:p>
        </p:txBody>
      </p:sp>
      <p:sp>
        <p:nvSpPr>
          <p:cNvPr id="6" name="Instagram"/>
          <p:cNvSpPr txBox="1"/>
          <p:nvPr/>
        </p:nvSpPr>
        <p:spPr>
          <a:xfrm>
            <a:off x="640080" y="4023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chemeClr val="tx2"/>
                </a:solidFill>
              </a:rPr>
              <a:t>INSTAGRAM  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@dra.rosanaa</a:t>
            </a:r>
            <a:endParaRPr lang="en-US" sz="1100" dirty="0"/>
          </a:p>
        </p:txBody>
      </p:sp>
      <p:sp>
        <p:nvSpPr>
          <p:cNvPr id="7" name="WhatsApp"/>
          <p:cNvSpPr txBox="1"/>
          <p:nvPr/>
        </p:nvSpPr>
        <p:spPr>
          <a:xfrm>
            <a:off x="640080" y="4572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chemeClr val="tx2"/>
                </a:solidFill>
              </a:rPr>
              <a:t>WHATSAPP  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(00) 00000-0000</a:t>
            </a:r>
            <a:endParaRPr lang="en-US" sz="1100" dirty="0"/>
          </a:p>
        </p:txBody>
      </p:sp>
      <p:pic>
        <p:nvPicPr>
          <p:cNvPr id="8" name="Logo" descr="Logo Dra. Rosana Vecchi Cald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0"/>
            <a:ext cx="1051560" cy="105156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Formação Internacional">
  <a:themeElements>
    <a:clrScheme name="Formação Internacional">
      <a:dk1>
        <a:srgbClr val="0B0B0C"/>
      </a:dk1>
      <a:lt1>
        <a:srgbClr val="FFFFFF"/>
      </a:lt1>
      <a:dk2>
        <a:srgbClr val="8E8C88"/>
      </a:dk2>
      <a:lt2>
        <a:srgbClr val="F2EFEA"/>
      </a:lt2>
      <a:accent1>
        <a:srgbClr val="B3182F"/>
      </a:accent1>
      <a:accent2>
        <a:srgbClr val="7E1222"/>
      </a:accent2>
      <a:accent3>
        <a:srgbClr val="161618"/>
      </a:accent3>
      <a:accent4>
        <a:srgbClr val="BDBAB4"/>
      </a:accent4>
      <a:accent5>
        <a:srgbClr val="2A2A2D"/>
      </a:accent5>
      <a:accent6>
        <a:srgbClr val="E9E4DC"/>
      </a:accent6>
      <a:hlink>
        <a:srgbClr val="B3182F"/>
      </a:hlink>
      <a:folHlink>
        <a:srgbClr val="7E1222"/>
      </a:folHlink>
    </a:clrScheme>
    <a:fontScheme name="Formação Internacional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 de Formação Internacional – Etapa de Miami</dc:title>
  <dc:subject>PptxGenJS Presentation</dc:subject>
  <dc:creator>Dra. Rosana Vecchi</dc:creator>
  <cp:lastModifiedBy>Dra. Rosana Vecchi</cp:lastModifiedBy>
  <cp:revision>1</cp:revision>
  <dcterms:created xsi:type="dcterms:W3CDTF">2026-10-08T12:19:10Z</dcterms:created>
  <dcterms:modified xsi:type="dcterms:W3CDTF">2026-10-08T12:19:10Z</dcterms:modified>
</cp:coreProperties>
</file>